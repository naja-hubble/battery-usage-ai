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36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20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0:50]</a:t>
            </a:r>
          </a:p>
          <a:p>
            <a:r>
              <a:t>本日は、燃料計が満充電容量FCCを再学習しなくなる『ゲージ凍結』の判定技術について、その学習機会の定義を実機ロジックに合わせて作り直した再解析、新定義をご報告します。結論から言うと、機会を深放電と充電側の2機構に直したところ、発明は壊れるどころか、むしろ二機構へと広がりました。全て新しいodファイルで再現し、現行版は一切変更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1:10]</a:t>
            </a:r>
          </a:p>
          <a:p>
            <a:r>
              <a:t>要点は5つです。1つ目、学習機会を実機どおり2機構に直しました。2つ目、実際のFCC更新の何割が機会で説明できるかを見ると72hでは69%、7日で86%。つまり再学習は72hより遅れて起きるので、応答窓を168hに是正しました。3つ目、敵対的な負の対照で両機構とも本物の刺激だと確認。特に疑わしかった充電側も合格です。4つ目、運用ではFW確認が増えゲージリセットが減る方向へ。5つ目、特許はむしろ二機構へ広が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1:00]</a:t>
            </a:r>
          </a:p>
          <a:p>
            <a:r>
              <a:t>そもそもの問題です。電池の健全性表示は燃料計チップが学習したFCCに依存しますが、これが長期間更新されない凍結が752台中114台で起きています。静的検査では原因を区別できません。本質的なのは、そもそも燃料計がどういう時にFCCを計り直すのか、を実機どおりに定義しないと、監査全体が的外れになる、という点です。実機の再学習は、深放電のフルサイクルと、充電側の部分再学習、の2経路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0:45]</a:t>
            </a:r>
          </a:p>
          <a:p>
            <a:r>
              <a:t>最初は凍結を予測しようとしましたが、公平に比べるとAUCは0.54、ほぼコイン投げでした。最重要特徴は『深く放電するほど凍結する』という、直感と逆の交絡です。そこで発想を転換し、壊れそうかを予言するのではなく、再学習の機会に実際に応答したかを、決定論的なカウンタで、出席簿のように数える監査方式に切り替えました。ここが技術の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1:05]</a:t>
            </a:r>
          </a:p>
          <a:p>
            <a:r>
              <a:t>ここが今回の訂正の核心です。旧定義はRSOC80→20→80の放電往復を機会としていましたが、実機の再学習はこの2経路です。左のType Aは満充電から6%以下まで深く放電して再び満充電、右のType Bは充電中にRSOCが60から80%の帯を通過して満充電に至る、深放電を伴わない部分再学習。どちらも満充電到達で完了します。この定義で数えると、旧手法を完全再現しつつ、監査できる機会が倍増し、特に充電側が非常に多いことが分か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0:55]</a:t>
            </a:r>
          </a:p>
          <a:p>
            <a:r>
              <a:t>手法です。使うのはRSOC、FCC、サイクル、充電状態、時刻だけで、機種名などのHW識別子は使いません。機会を抽出し、満充電ENDの後168時間の窓で、FCCが50mWh以上の有効なステップを出したかを監査します。観測が途中で切れた場合はcensoredとして保留し、無応答には数えません。ここが欠測に騙されない肝です。機会が反復するのに無応答ならFW確認、機会が皆無ならゲージ較正へ二分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0:50]</a:t>
            </a:r>
          </a:p>
          <a:p>
            <a:r>
              <a:t>168時間という窓の根拠です。実際に起きたFCC更新のうち、直前に機会があったものの割合を、窓の幅ごとに見ると、72時間では69%しか説明できませんが、7日で86%、14日で91%に達します。つまりゲージは満充電の数日後にFCCを書くことが多く、旧来の72時間窓では本物の応答を取りこぼし、無応答を過大に数えていました。実機のレイテンシに合う168時間を主窓に採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0:55]</a:t>
            </a:r>
          </a:p>
          <a:p>
            <a:r>
              <a:t>実フリート752台での結果です。全履歴のオフライン監査では、FW確認が14から35に増え、ゲージリセットが18から10に減りました。30日オンライン運用版ではさらに顕著で、FWコアが5から49、ゲージコアは4からゼロになりました。充電側の機会がほぼ毎窓あるため、機会が皆無という状況がほぼ無くなり、信号がFW側に集中する、という定性的なシフトが起きます。なお、この集中には累積閾値の副作用もあり、後で正直に開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1:05]</a:t>
            </a:r>
          </a:p>
          <a:p>
            <a:r>
              <a:t>技術効果の根拠は、proxyラベルに依存しない5本柱で独立に検証しています。A2の負の対照は次で詳しく述べます。A3はEND起点の汚染がゼロという構造的性質、Bは応答ハザードで本物の機会の方がpseudoより応答が早く多い、Eは欠測を注入しても提案検出器は誤無応答を約40分の1に抑える、Dは30日保持でも永続台帳で全履歴と同じ結論、容量はわずか4.2%。全て新定義でも成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1:05]</a:t>
            </a:r>
          </a:p>
          <a:p>
            <a:r>
              <a:t>最も重要な実証です。機会と応答の対応を4通りに壊したニセ機会を作り、本物の応答確率がその『自分専用のヌル分布』を超えるかを見ます。Type Aは0.637、Type Bは0.368、unionは0.359で、いずれも4つの対照すべてでヌルの外にあります。特に注目は充電側のType Bで、72時間では0.265とほぼヌル並みでしたが、168時間で0.368に上がり、自分専用のヌルを明確に超えます。つまり充電側は単なる背景充電ではなく、本物の学習刺激だと確定しました。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1:00]</a:t>
            </a:r>
          </a:p>
          <a:p>
            <a:r>
              <a:t>特許面です。技術エビデンスの強さと、新規性リスクは別の軸として扱います。候補①の機会条件付き無応答監査が二機構へ拡張され、その中に、深放電を伴わない充電側部分再学習の検出という、新しい新規性の核が生まれました。既知の先行技術、例えばTIのImpedance Trackは、機会を深い放電サイクルと前提しており、充電側の部分再学習の無応答監査は教えていません。ただし全て未検証で、正式な特許性調査が必要です。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1:00]</a:t>
            </a:r>
          </a:p>
          <a:p>
            <a:r>
              <a:t>正直な開示です。3つの弱点があります。1つ目、Type Bは窓が密に重なるため、1つの再学習ステップが複数のエピソードに重複帰属する率が0.65あります。first-step-only帰属で対処予定です。2つ目、オンラインの累積閾値の副作用で、正常判定が183から41に崩れています。オフラインのtail-scoped版の方が保守的です。3つ目、14日でも約9%のFCC更新が未説明で、第3の経路か満充電の取りこぼしの可能性があります。これらは今後の課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[目安 0:55]</a:t>
            </a:r>
          </a:p>
          <a:p>
            <a:r>
              <a:t>まとめます。学習機会を実機の2機構に是正し、応答窓を168時間にしたところ、両機構とも敵対的な検証をパスし、発明は保存されるどころか、二機構への拡張と、充電側検出という新規性を得ました。運用はFW確認が広がる方向です。reviewerの皆様への依頼は4点。二機構クレームの設計、充電側検出の新規性調査の発注、候補②の着想日確認、そして開示した弱点のクレーム上の扱いで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FCC再学習の『二機構』化と 機会条件付き無応答判定（学習機会の定義を刷新）</a:t>
            </a:r>
          </a:p>
          <a:p>
            <a:r>
              <a:rPr sz="1800" b="0">
                <a:solidFill>
                  <a:srgbClr val="CFDDEE"/>
                </a:solidFill>
                <a:latin typeface="Meiryo UI"/>
                <a:ea typeface="Meiryo UI"/>
                <a:cs typeface="Meiryo UI"/>
              </a:rPr>
              <a:t>— 12分プレゼン版 / 社内 patent review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★用語: 『旧定義』＝従来の学習機会（RSOC 80→20→80%の放電往復）／『新定義』＝実機の2機構（Type A・Type B）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実機のFCC再学習ロジックに合わせ『学習機会』を2機構で再定義した再解析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Type A: 満充電→RSOC≤6%→満充電（深放電） / Type B: 充電中に60-80%通過→満充電（充電側）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結論: 両機構とも敵対的検証をパス → 発明は保存かつ二機構へ拡張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母集団 752ユーザー / 3,130,394サンプル。全て新規odファイルで再現・現行版は無変更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エグゼクティブサマリ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訂正: 学習機会を Type A(満充電→≤6%→満充電) と Type B(充電中60-80%通過→満充電) の2機構に再定義。END=満充電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是正: 実FCC更新の帰属率 72h=69% → 7日=86% → 主応答窓を 72h→168h に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核心: 敵対的な負の対照で 真応答 A0.637 / B0.368 / union0.359 が各nullを超える → 両機構とも本物の学習刺激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運用: FW確認 14→35・ゲージリセット 18→10（オフライン）/ FW_CORE 5→49（オンライン）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特許: 二機構化 + 充電側部分再学習の検出 + 機構別k較正 が新規性の核。5本柱(A2/A3/B/E/D)すべて成立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『動くべき機会に動かなかった』監査を実機の2経路に合わせたら、発明はむしろ広がった。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問題 — ゲージ凍結と、FCC再学習の2機構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SoH健全性表示を駆動するFCCが長期間更新されない『ゲージ凍結』。752台中114台(15.2%)が凍結、うち70台は使用で説明不能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静的検査では『浅い使い方で正常』『要再較正』『FW/HW起因』を区別できない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★本質: そもそも『どういう時に再学習するか』を実機どおり定義しないと全てが崩れる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実機の再学習は2経路 — Type A(満充電→深放電≤6%→満充電) と Type B(充電中に60-80%を通過して満充電)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凍結の結果は同じでも再学習のきっかけは2種類。旧定義は片方(放電往復)しか見ていなかった。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失敗した予測 → 発想の転換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教師あり予測(公平比較 obs≥180d): AUC 0.535/0.540 — ほぼコイン投げ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規範ML(FCC履歴除外): AUC 0.5584 — near-random。最重要 min_rsoc は『深放電ほど凍結』の反usage交絡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→ 発想転換: 『凍結を当てる』のではなく『再学習の機会に実際に応答したかを機械的に監査する』(決定論カウンタ)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壊れそうかをAIに予言させるのは失敗。『チャンスに応えたか』を出席簿のように数える方式に切り替えた。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★機会定義の訂正 — 実機の2機構へ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pic>
        <p:nvPicPr>
          <p:cNvPr id="5" name="Picture 4" descr="od2_mechanis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7680960" cy="2797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0515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左 Type A: 満充電→RSOC≤6%→満充電（深放電フルサイクル）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右 Type B: 充電中に60-80%帯を通過して満充電（深放電不要）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両者とも END=満充電到達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旧定義 primary 11,342機会を完全再現(手法検証)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新定義: Type A 3,913 / Type B 34,578（放電bandの約3倍）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実機どおりに定義し直すと監査できる機会が倍増し、充電側(Type B)が主役になる。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手法 — END起点168h窓の無応答監査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入力: RSOC / FCC / cycleCount / chargeStatus / 時刻 のみ（HW識別子は不使用・機種非依存）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1) 機会抽出(Type A/B)  2) END後168h窓で有効ステップ≥50mWhを監査  3) censored除外  4) 二分岐(機構別k A=3/B=5)  5) 有界保持台帳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応答は responded / no_response(窓を全観測して無し) / censored(観測途中終了→保留、無応答に数えない)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★窓は72h→168hに是正（次スライドの帰属分析が根拠）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満充電の後に計り直したかを、深放電と充電側の両方について、欠測に騙されず数える。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なぜ168hか — 再学習レイテンシは72hより長い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pic>
        <p:nvPicPr>
          <p:cNvPr id="5" name="Picture 4" descr="od2_attribution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719674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0515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実FCC更新のうち機会で説明できる割合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72h = 69%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7日(168h) = 86%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14日 = 91%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→ 主応答窓を 72h→168h に是正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ゲージは満充電の数日後にFCCを書くことが多い。72h窓は本物の応答を過小評価していた。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実フリート結果 — トリアージがFW側へ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Part1</a:t>
            </a:r>
          </a:p>
        </p:txBody>
      </p:sp>
      <p:pic>
        <p:nvPicPr>
          <p:cNvPr id="5" name="Picture 4" descr="od2_online_t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7568374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0515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オフライン: FW確認 14→35 / ゲージ 18→10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オンライン9段: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  FW_CORE 5→49 / FW_WATCH 43→99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  GAUGE_CORE 4→0 / NORMAL 183→41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状態繰越の検出増 +29→+73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充電側機会が遍在するため『機会不足→ゲージ』が消え、信号はFW側へ集中する。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 — 5本柱スコアボード（旧定義 → 新定義）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根拠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柱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旧定義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新定義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判定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A2 負の対照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0.39 vs 0.25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A0.637/B0.368/union0.359 各null外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両機構本物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A3 END汚染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0.0 両機構 (Type B重複帰属0.65)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END無汚染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B 応答ハザード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0.39 vs 0.29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真CIF&gt;&gt;pseudo 分離72h→168h増大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168h裏付け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E 欠測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643→4.1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union 204→5.0 (~40x)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IC6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D 保持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1.0/0/0.0417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1.0/0/0.0417 @168h・W30d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IC5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5本柱すべて修正定義下でも成立。発明は保存され、むしろ二機構へ拡張された。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★核心の実証 — A2 負の対照（両機構とも本物）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根拠</a:t>
            </a:r>
          </a:p>
        </p:txBody>
      </p:sp>
      <p:pic>
        <p:nvPicPr>
          <p:cNvPr id="5" name="Picture 4" descr="od2_negative_control_by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7680960" cy="2972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0515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真応答が各機構『自分専用のnull』を超える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A 0.637 / Type B 0.368 / union 0.359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各4/4でnull外・4/4方向一致 → SUPPORTED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★Type Bは72h(0.265≈旧null)→168hで0.368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= 充電側は背景充電でなく本物の刺激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プラセボ(ニセ機会)では効かず本物の機会でだけ効く。充電側Type Bも本物だと確定。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特許候補（二機構へ拡張）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Part2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特許候補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技術エビデンス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新規性リスク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① 機会条件付き無応答監査（★二機構）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  └ 充電側部分再学習の検出（深放電不要）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MEDIUM(要調査)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② デュアルトラック非対称リセット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HIGH(着想日依存)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③ 有界保持の因果証拠台帳(168h再確認)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23360"/>
            <a:ext cx="111858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新規性の核: 深放電を伴わない『充電側部分再学習の無応答検出』＋『2機構を満充電ENDで統合』＋機構別k・168h窓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先行技術(UNVERIFIED)は充電側部分再学習の無応答監査を教示しない（TI Impedance-Track は機会=qualified discharge が前提）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『技術が強い』と『特許が取れる』は別軸。新定義で『充電側検出』という新規性の核が新たに加わった。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正直な開示 — 弱点と残課題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開示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B 重複帰属 0.65: 密な168h窓が重なり1ステップが複数エピソードに帰属。union dedupは機構間のみ緩和 → first-step-only帰属で対処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オンライン累積k: NORMAL 183→41に崩壊。Type Bのhealthy応答0.45で累積無応答が貯まる。offline tail-scoped FW=35が保守的 → 改善余地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残差~9%: 14日でも未説明のFCC更新(中央値260mWh)。第3経路 or 満充電END取りこぼし(conservationモード・寝過ごし, 46人はRSOC≥99未到達)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charge-termination NOT AVAILABLE（END代理）/ proxyラベルは地上真実でない / 先行技術UNVERIFIED / 法的結論なし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強い結果ほど弱点を明示する。3つの課題はクレーム設計と追加検証で対処する。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まとめ &amp; reviewerへの依頼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機会定義を実機の2機構(深放電/充電側)に是正し、応答窓を168hに。両機構とも敵対的検証をパス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発明は保存され、むしろ『二機構＋充電側検出＋機構別k』へ拡張。5本柱すべて成立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運用はFW確認拡大・ゲージリセット縮小へ。全て新規odファイルで再現・現行版は無変更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11858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reviewerへの依頼: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(1) 二機構クレームの粒度・範囲の判断  (2) 充電側部分再学習検出の新規性/先行技術調査の発注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(3) 候補②の着想日・公開有無の確認  (4) Type B重複帰属・online累積kのクレーム上の扱い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実機どおりに作り直したら発明はむしろ広がった。次は新規性(充電側検出)の正式調査がreviewerへの問い。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2103</Words>
  <Application>Microsoft Office PowerPoint</Application>
  <PresentationFormat>ワイド画面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Yohei Maeda6</cp:lastModifiedBy>
  <cp:revision>1</cp:revision>
  <dcterms:created xsi:type="dcterms:W3CDTF">2013-01-27T09:14:16Z</dcterms:created>
  <dcterms:modified xsi:type="dcterms:W3CDTF">2026-07-08T19:48:02Z</dcterms:modified>
  <cp:category/>
</cp:coreProperties>
</file>