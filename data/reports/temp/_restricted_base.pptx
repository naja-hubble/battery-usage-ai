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76" r:id="rId5"/>
    <p:sldId id="373" r:id="rId6"/>
    <p:sldId id="2147480365" r:id="rId7"/>
    <p:sldId id="2147480364" r:id="rId8"/>
    <p:sldId id="2147480418" r:id="rId9"/>
    <p:sldId id="318" r:id="rId10"/>
    <p:sldId id="319" r:id="rId11"/>
    <p:sldId id="383" r:id="rId12"/>
    <p:sldId id="377" r:id="rId13"/>
    <p:sldId id="381" r:id="rId14"/>
    <p:sldId id="364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9F2"/>
    <a:srgbClr val="1E0113"/>
    <a:srgbClr val="4D144A"/>
    <a:srgbClr val="64131E"/>
    <a:srgbClr val="F5EAF3"/>
    <a:srgbClr val="EEE8F1"/>
    <a:srgbClr val="F0E5EF"/>
    <a:srgbClr val="FAF3F8"/>
    <a:srgbClr val="FBD3CC"/>
    <a:srgbClr val="E3C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89" autoAdjust="0"/>
    <p:restoredTop sz="86285" autoAdjust="0"/>
  </p:normalViewPr>
  <p:slideViewPr>
    <p:cSldViewPr snapToGrid="0">
      <p:cViewPr varScale="1">
        <p:scale>
          <a:sx n="78" d="100"/>
          <a:sy n="78" d="100"/>
        </p:scale>
        <p:origin x="48" y="504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7/6/2026</a:t>
            </a:fld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01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31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6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93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9A565C-19D2-6A1D-C633-97A18080157B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2026 Lenovo Restricted.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5045D-8CC4-0933-85E3-4899DDBC59EE}"/>
              </a:ext>
            </a:extLst>
          </p:cNvPr>
          <p:cNvSpPr/>
          <p:nvPr userDrawn="1"/>
        </p:nvSpPr>
        <p:spPr>
          <a:xfrm>
            <a:off x="745571" y="6568225"/>
            <a:ext cx="8534399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This document is Lenovo restricted and intended for viewing by and distribution to only designated individuals or positions. Duplication/reproduction prohibited.</a:t>
            </a:r>
          </a:p>
        </p:txBody>
      </p:sp>
    </p:spTree>
    <p:extLst>
      <p:ext uri="{BB962C8B-B14F-4D97-AF65-F5344CB8AC3E}">
        <p14:creationId xmlns:p14="http://schemas.microsoft.com/office/powerpoint/2010/main" val="215952999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EA120E-6723-C020-D029-69C7AB8E3D17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Restricted.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5D0FED-63D1-F756-AA52-228FCF94EBA7}"/>
              </a:ext>
            </a:extLst>
          </p:cNvPr>
          <p:cNvSpPr/>
          <p:nvPr userDrawn="1"/>
        </p:nvSpPr>
        <p:spPr>
          <a:xfrm>
            <a:off x="745571" y="6568225"/>
            <a:ext cx="8534399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This document is Lenovo restricted and intended for viewing by and distribution to only designated individuals or positions. Duplication/reproduction prohibited.</a:t>
            </a:r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991209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9912096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1CB3FA-A40E-89BA-D9B4-612659A1D7F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2026 Lenovo Restricted. All rights reserved.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B68E53D-8D38-4B99-06F1-FB4045C1E8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980263-2916-F21B-C57E-4D2C5D0C687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9963EF3A-E5EB-BF83-AE65-6242B1661D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8E894888-D539-48CF-7E80-4B30A55764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A681269A-84EF-7A74-26C2-AA9D63BF38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A46570AB-4E06-E508-810C-A8843C51D4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4BCE35C-5FE5-30D2-825F-5F6BD7E2E5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957B54-C991-1A8F-6F65-A7A27118B9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rcle&#10;&#10;Description automatically generated">
            <a:extLst>
              <a:ext uri="{FF2B5EF4-FFF2-40B4-BE49-F238E27FC236}">
                <a16:creationId xmlns:a16="http://schemas.microsoft.com/office/drawing/2014/main" id="{4242233C-A47C-0EEA-626B-61501CAEC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23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Restricted.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99212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99212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ircle&#10;&#10;Description automatically generated">
            <a:extLst>
              <a:ext uri="{FF2B5EF4-FFF2-40B4-BE49-F238E27FC236}">
                <a16:creationId xmlns:a16="http://schemas.microsoft.com/office/drawing/2014/main" id="{9C9F70BD-BE54-1A3C-E602-C4BED98836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ircle&#10;&#10;Description automatically generated">
            <a:extLst>
              <a:ext uri="{FF2B5EF4-FFF2-40B4-BE49-F238E27FC236}">
                <a16:creationId xmlns:a16="http://schemas.microsoft.com/office/drawing/2014/main" id="{F4287927-EBF6-8C61-F8E2-301FE7F3F2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ircle&#10;&#10;Description automatically generated">
            <a:extLst>
              <a:ext uri="{FF2B5EF4-FFF2-40B4-BE49-F238E27FC236}">
                <a16:creationId xmlns:a16="http://schemas.microsoft.com/office/drawing/2014/main" id="{278AB7D6-2473-9A43-205B-FDE24D2410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ircle&#10;&#10;Description automatically generated">
            <a:extLst>
              <a:ext uri="{FF2B5EF4-FFF2-40B4-BE49-F238E27FC236}">
                <a16:creationId xmlns:a16="http://schemas.microsoft.com/office/drawing/2014/main" id="{A502EC9A-329F-1AF5-8F7D-EBFC4D1A0A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ircle&#10;&#10;Description automatically generated">
            <a:extLst>
              <a:ext uri="{FF2B5EF4-FFF2-40B4-BE49-F238E27FC236}">
                <a16:creationId xmlns:a16="http://schemas.microsoft.com/office/drawing/2014/main" id="{D2AFEEE1-B3CF-9D21-EAE9-9414E4DBE8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ircle&#10;&#10;Description automatically generated">
            <a:extLst>
              <a:ext uri="{FF2B5EF4-FFF2-40B4-BE49-F238E27FC236}">
                <a16:creationId xmlns:a16="http://schemas.microsoft.com/office/drawing/2014/main" id="{20E594BD-1F6B-6058-9B92-DF72595D61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ircle&#10;&#10;Description automatically generated">
            <a:extLst>
              <a:ext uri="{FF2B5EF4-FFF2-40B4-BE49-F238E27FC236}">
                <a16:creationId xmlns:a16="http://schemas.microsoft.com/office/drawing/2014/main" id="{7BFC1471-1C6B-8D36-C09C-33191A1EA4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0413" y="0"/>
            <a:ext cx="7618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60412" y="995009"/>
            <a:ext cx="3427123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637C5-16EA-761D-E2F8-7F6B3E3B6F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939283D-21AA-FD28-A517-FFF4AF9FDA82}"/>
              </a:ext>
            </a:extLst>
          </p:cNvPr>
          <p:cNvSpPr>
            <a:spLocks noGrp="1"/>
          </p:cNvSpPr>
          <p:nvPr>
            <p:ph sz="half" idx="1"/>
          </p:nvPr>
        </p:nvSpPr>
        <p:spPr bwMode="gray">
          <a:xfrm>
            <a:off x="760412" y="2815936"/>
            <a:ext cx="3427123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4084262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ircle&#10;&#10;Description automatically generated">
            <a:extLst>
              <a:ext uri="{FF2B5EF4-FFF2-40B4-BE49-F238E27FC236}">
                <a16:creationId xmlns:a16="http://schemas.microsoft.com/office/drawing/2014/main" id="{78F881BE-F0B7-38E3-9663-E8E52C9CA0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0413" y="0"/>
            <a:ext cx="7618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12" y="995009"/>
            <a:ext cx="3427123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/>
          </p:nvPr>
        </p:nvSpPr>
        <p:spPr bwMode="gray">
          <a:xfrm>
            <a:off x="760412" y="2815936"/>
            <a:ext cx="3427123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7636023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rcle&#10;&#10;Description automatically generated">
            <a:extLst>
              <a:ext uri="{FF2B5EF4-FFF2-40B4-BE49-F238E27FC236}">
                <a16:creationId xmlns:a16="http://schemas.microsoft.com/office/drawing/2014/main" id="{EBA903AA-DEDD-3BB1-5C3F-4A781FB38F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/>
              <a:t>Click to edit big idea, statement or subject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ircle&#10;&#10;Description automatically generated">
            <a:extLst>
              <a:ext uri="{FF2B5EF4-FFF2-40B4-BE49-F238E27FC236}">
                <a16:creationId xmlns:a16="http://schemas.microsoft.com/office/drawing/2014/main" id="{306ABFC9-D1B7-02E7-4D4D-1D51324380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ircle&#10;&#10;Description automatically generated">
            <a:extLst>
              <a:ext uri="{FF2B5EF4-FFF2-40B4-BE49-F238E27FC236}">
                <a16:creationId xmlns:a16="http://schemas.microsoft.com/office/drawing/2014/main" id="{ACB66A80-279C-4965-0F32-1FF71BA767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ircle&#10;&#10;Description automatically generated">
            <a:extLst>
              <a:ext uri="{FF2B5EF4-FFF2-40B4-BE49-F238E27FC236}">
                <a16:creationId xmlns:a16="http://schemas.microsoft.com/office/drawing/2014/main" id="{C8FEE81D-5761-2CFD-4F01-712F5A2FDD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04DB0252-2F51-9D54-5F87-47E8112037C5}"/>
              </a:ext>
            </a:extLst>
          </p:cNvPr>
          <p:cNvGrpSpPr/>
          <p:nvPr userDrawn="1"/>
        </p:nvGrpSpPr>
        <p:grpSpPr>
          <a:xfrm>
            <a:off x="9390324" y="936748"/>
            <a:ext cx="1965963" cy="1042086"/>
            <a:chOff x="4988072" y="501936"/>
            <a:chExt cx="1978802" cy="1051017"/>
          </a:xfrm>
          <a:solidFill>
            <a:srgbClr val="4D144A"/>
          </a:solidFill>
        </p:grpSpPr>
        <p:sp>
          <p:nvSpPr>
            <p:cNvPr id="85" name="Freeform 5">
              <a:extLst>
                <a:ext uri="{FF2B5EF4-FFF2-40B4-BE49-F238E27FC236}">
                  <a16:creationId xmlns:a16="http://schemas.microsoft.com/office/drawing/2014/main" id="{433FD598-576F-FFF0-672B-6A9B1AF512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824AAD10-C96C-2D4A-15C2-1D354C7C6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7">
              <a:extLst>
                <a:ext uri="{FF2B5EF4-FFF2-40B4-BE49-F238E27FC236}">
                  <a16:creationId xmlns:a16="http://schemas.microsoft.com/office/drawing/2014/main" id="{8776387C-7DBE-0FBD-3AED-689433E768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">
              <a:extLst>
                <a:ext uri="{FF2B5EF4-FFF2-40B4-BE49-F238E27FC236}">
                  <a16:creationId xmlns:a16="http://schemas.microsoft.com/office/drawing/2014/main" id="{262E0FEC-2981-11B0-3D88-8A94D08178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9">
              <a:extLst>
                <a:ext uri="{FF2B5EF4-FFF2-40B4-BE49-F238E27FC236}">
                  <a16:creationId xmlns:a16="http://schemas.microsoft.com/office/drawing/2014/main" id="{FECC1288-545E-BDB4-6462-3EE5544D70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10">
              <a:extLst>
                <a:ext uri="{FF2B5EF4-FFF2-40B4-BE49-F238E27FC236}">
                  <a16:creationId xmlns:a16="http://schemas.microsoft.com/office/drawing/2014/main" id="{9DB49BE1-F1C8-5A4F-1BE7-B9C5B671A4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11">
              <a:extLst>
                <a:ext uri="{FF2B5EF4-FFF2-40B4-BE49-F238E27FC236}">
                  <a16:creationId xmlns:a16="http://schemas.microsoft.com/office/drawing/2014/main" id="{5700CEE7-82FA-F314-D150-00348A9C19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2">
              <a:extLst>
                <a:ext uri="{FF2B5EF4-FFF2-40B4-BE49-F238E27FC236}">
                  <a16:creationId xmlns:a16="http://schemas.microsoft.com/office/drawing/2014/main" id="{FC0AB9F7-3D02-4537-31F6-D98B2250C9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12D11DBC-90A7-4337-F6CB-C20DBD872C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14">
              <a:extLst>
                <a:ext uri="{FF2B5EF4-FFF2-40B4-BE49-F238E27FC236}">
                  <a16:creationId xmlns:a16="http://schemas.microsoft.com/office/drawing/2014/main" id="{F524D8E9-37C3-A27E-30E8-DF8ACF25D4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15">
              <a:extLst>
                <a:ext uri="{FF2B5EF4-FFF2-40B4-BE49-F238E27FC236}">
                  <a16:creationId xmlns:a16="http://schemas.microsoft.com/office/drawing/2014/main" id="{083673F6-E265-4005-D62C-293234A8CE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4F04928C-BA06-2085-F636-A4F44FC6E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17">
              <a:extLst>
                <a:ext uri="{FF2B5EF4-FFF2-40B4-BE49-F238E27FC236}">
                  <a16:creationId xmlns:a16="http://schemas.microsoft.com/office/drawing/2014/main" id="{0B7609F1-6889-0F3F-1078-1078D3AEDA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Rectangle 18">
              <a:extLst>
                <a:ext uri="{FF2B5EF4-FFF2-40B4-BE49-F238E27FC236}">
                  <a16:creationId xmlns:a16="http://schemas.microsoft.com/office/drawing/2014/main" id="{14DEDB85-DF79-F93C-595F-4B0E6B36F33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19">
              <a:extLst>
                <a:ext uri="{FF2B5EF4-FFF2-40B4-BE49-F238E27FC236}">
                  <a16:creationId xmlns:a16="http://schemas.microsoft.com/office/drawing/2014/main" id="{481DD98C-1DDB-14FF-BA62-46FAD00BAA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20">
              <a:extLst>
                <a:ext uri="{FF2B5EF4-FFF2-40B4-BE49-F238E27FC236}">
                  <a16:creationId xmlns:a16="http://schemas.microsoft.com/office/drawing/2014/main" id="{BDC10D2B-8240-1306-CC54-B3F0CF237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21">
              <a:extLst>
                <a:ext uri="{FF2B5EF4-FFF2-40B4-BE49-F238E27FC236}">
                  <a16:creationId xmlns:a16="http://schemas.microsoft.com/office/drawing/2014/main" id="{A2A74FC7-B210-AC23-8BAD-A8CEF20144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22">
              <a:extLst>
                <a:ext uri="{FF2B5EF4-FFF2-40B4-BE49-F238E27FC236}">
                  <a16:creationId xmlns:a16="http://schemas.microsoft.com/office/drawing/2014/main" id="{ACC82ECF-72D6-6ED9-EF73-7495DE192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23">
              <a:extLst>
                <a:ext uri="{FF2B5EF4-FFF2-40B4-BE49-F238E27FC236}">
                  <a16:creationId xmlns:a16="http://schemas.microsoft.com/office/drawing/2014/main" id="{22DAB937-2E79-C195-4D0E-AD10E570DD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24">
              <a:extLst>
                <a:ext uri="{FF2B5EF4-FFF2-40B4-BE49-F238E27FC236}">
                  <a16:creationId xmlns:a16="http://schemas.microsoft.com/office/drawing/2014/main" id="{10B466F6-F9DE-C9E9-D98F-5CB17B8BE4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25">
              <a:extLst>
                <a:ext uri="{FF2B5EF4-FFF2-40B4-BE49-F238E27FC236}">
                  <a16:creationId xmlns:a16="http://schemas.microsoft.com/office/drawing/2014/main" id="{AD3E18E3-90EA-4D54-E039-6221DAC559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Rectangle 26">
              <a:extLst>
                <a:ext uri="{FF2B5EF4-FFF2-40B4-BE49-F238E27FC236}">
                  <a16:creationId xmlns:a16="http://schemas.microsoft.com/office/drawing/2014/main" id="{144E16EA-4F3F-420C-5D8D-753A1E9F0B1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Rectangle 27">
              <a:extLst>
                <a:ext uri="{FF2B5EF4-FFF2-40B4-BE49-F238E27FC236}">
                  <a16:creationId xmlns:a16="http://schemas.microsoft.com/office/drawing/2014/main" id="{E009FD22-AB72-D26D-205F-29DF66B5BFF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C38DDA1-EC9C-CA43-6B38-399660A513F2}"/>
              </a:ext>
            </a:extLst>
          </p:cNvPr>
          <p:cNvGrpSpPr/>
          <p:nvPr userDrawn="1"/>
        </p:nvGrpSpPr>
        <p:grpSpPr>
          <a:xfrm>
            <a:off x="11556230" y="767096"/>
            <a:ext cx="634181" cy="1898696"/>
            <a:chOff x="11556230" y="767096"/>
            <a:chExt cx="634181" cy="1898696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5866607-25A7-FC68-0DCF-36B98EC529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38947" y="3561907"/>
            <a:ext cx="7852329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E5243B55-6DDF-F05D-1C55-35F083D4A5C4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218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0" r:id="rId2"/>
    <p:sldLayoutId id="2147483670" r:id="rId3"/>
    <p:sldLayoutId id="2147483752" r:id="rId4"/>
    <p:sldLayoutId id="2147483654" r:id="rId5"/>
    <p:sldLayoutId id="2147483725" r:id="rId6"/>
    <p:sldLayoutId id="2147483738" r:id="rId7"/>
    <p:sldLayoutId id="2147483739" r:id="rId8"/>
    <p:sldLayoutId id="2147483661" r:id="rId9"/>
    <p:sldLayoutId id="2147483726" r:id="rId10"/>
    <p:sldLayoutId id="2147483673" r:id="rId11"/>
    <p:sldLayoutId id="2147483727" r:id="rId12"/>
    <p:sldLayoutId id="2147483662" r:id="rId13"/>
    <p:sldLayoutId id="2147483728" r:id="rId14"/>
    <p:sldLayoutId id="2147483736" r:id="rId15"/>
    <p:sldLayoutId id="2147483737" r:id="rId16"/>
    <p:sldLayoutId id="2147483691" r:id="rId17"/>
    <p:sldLayoutId id="2147483729" r:id="rId18"/>
    <p:sldLayoutId id="2147483692" r:id="rId19"/>
    <p:sldLayoutId id="2147483730" r:id="rId20"/>
    <p:sldLayoutId id="2147483749" r:id="rId21"/>
    <p:sldLayoutId id="2147483722" r:id="rId22"/>
    <p:sldLayoutId id="2147483732" r:id="rId23"/>
    <p:sldLayoutId id="2147483657" r:id="rId24"/>
    <p:sldLayoutId id="2147483733" r:id="rId25"/>
    <p:sldLayoutId id="2147483659" r:id="rId26"/>
    <p:sldLayoutId id="2147483734" r:id="rId27"/>
    <p:sldLayoutId id="2147483747" r:id="rId28"/>
    <p:sldLayoutId id="2147483748" r:id="rId29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brandworld.lenovo.com/templates-resources/templates/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AC548D-1FB0-261C-C8CC-E23C7F86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Lenovo restricted presentation template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70B086-C00E-1187-BBE7-D9A38CBB31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Speaker name | Date</a:t>
            </a:r>
          </a:p>
        </p:txBody>
      </p:sp>
    </p:spTree>
    <p:extLst>
      <p:ext uri="{BB962C8B-B14F-4D97-AF65-F5344CB8AC3E}">
        <p14:creationId xmlns:p14="http://schemas.microsoft.com/office/powerpoint/2010/main" val="144045427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264D5C-8C47-4387-8DE2-EC58EEC7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23241-5764-4AC5-BBBE-686C67066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Subhead here</a:t>
            </a:r>
          </a:p>
        </p:txBody>
      </p:sp>
    </p:spTree>
    <p:extLst>
      <p:ext uri="{BB962C8B-B14F-4D97-AF65-F5344CB8AC3E}">
        <p14:creationId xmlns:p14="http://schemas.microsoft.com/office/powerpoint/2010/main" val="127932502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B29290-2770-43D0-957D-8C0179EBF06B}"/>
              </a:ext>
            </a:extLst>
          </p:cNvPr>
          <p:cNvSpPr/>
          <p:nvPr/>
        </p:nvSpPr>
        <p:spPr>
          <a:xfrm>
            <a:off x="5839428" y="0"/>
            <a:ext cx="6349397" cy="6858000"/>
          </a:xfrm>
          <a:prstGeom prst="rect">
            <a:avLst/>
          </a:prstGeom>
          <a:gradFill>
            <a:gsLst>
              <a:gs pos="21000">
                <a:srgbClr val="FBD3CC">
                  <a:lumMod val="55000"/>
                  <a:lumOff val="45000"/>
                </a:srgbClr>
              </a:gs>
              <a:gs pos="0">
                <a:srgbClr val="FEF2E8">
                  <a:lumMod val="80000"/>
                  <a:lumOff val="20000"/>
                </a:srgbClr>
              </a:gs>
              <a:gs pos="65000">
                <a:srgbClr val="F5EAF3"/>
              </a:gs>
              <a:gs pos="50000">
                <a:srgbClr val="FAF3F8">
                  <a:lumMod val="97000"/>
                </a:srgbClr>
              </a:gs>
              <a:gs pos="95000">
                <a:srgbClr val="A7B6D3">
                  <a:lumMod val="60000"/>
                  <a:lumOff val="4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master layouts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0412" y="1598530"/>
            <a:ext cx="4691264" cy="4345070"/>
          </a:xfrm>
        </p:spPr>
        <p:txBody>
          <a:bodyPr/>
          <a:lstStyle/>
          <a:p>
            <a:r>
              <a:rPr lang="en-US" dirty="0"/>
              <a:t>Discover all available slide layouts by following these instructions: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In the slide panel on the left, right-click on a thumbnail </a:t>
            </a:r>
            <a:r>
              <a:rPr lang="en-US" dirty="0"/>
              <a:t>and select “Layout” to choose an option based on your content needs OR</a:t>
            </a:r>
          </a:p>
          <a:p>
            <a:pPr lvl="1"/>
            <a:r>
              <a:rPr lang="en-US" dirty="0"/>
              <a:t>From the “Home” tab, choose the “Slide Layout” dropdown</a:t>
            </a:r>
          </a:p>
          <a:p>
            <a:r>
              <a:rPr lang="en-US" dirty="0"/>
              <a:t>Layout options between “Title </a:t>
            </a:r>
            <a:r>
              <a:rPr lang="en-US" dirty="0" err="1"/>
              <a:t>Slide_White</a:t>
            </a:r>
            <a:r>
              <a:rPr lang="en-US" dirty="0"/>
              <a:t>” and “Closing </a:t>
            </a:r>
            <a:r>
              <a:rPr lang="en-US" dirty="0" err="1"/>
              <a:t>Slide_Black</a:t>
            </a:r>
            <a:r>
              <a:rPr lang="en-US" dirty="0"/>
              <a:t>” are considered part of the current 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679D7-A2AD-7B0C-EEEE-D1E2E27618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46A04B9-FB28-D96D-3C14-F02E45357F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92809" y="1240914"/>
            <a:ext cx="5442633" cy="437617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283520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best practices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For every slide layout option, there is an </a:t>
            </a:r>
            <a:r>
              <a:rPr lang="en-US" b="1" dirty="0"/>
              <a:t>alternative dark option:</a:t>
            </a:r>
          </a:p>
          <a:p>
            <a:pPr lvl="1"/>
            <a:r>
              <a:rPr lang="en-US" dirty="0"/>
              <a:t>For slides that will be printed, use white slide layouts to conserve toner  </a:t>
            </a:r>
          </a:p>
          <a:p>
            <a:pPr lvl="1"/>
            <a:r>
              <a:rPr lang="en-US" dirty="0"/>
              <a:t>Dark slides are a dramatic alternative for formal presentations that will be projected on screen</a:t>
            </a:r>
          </a:p>
          <a:p>
            <a:r>
              <a:rPr lang="en-US" dirty="0"/>
              <a:t>Bold color is your highlight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/>
                </a:solidFill>
              </a:rPr>
              <a:t>text, </a:t>
            </a:r>
            <a:r>
              <a:rPr lang="en-US" b="1" dirty="0">
                <a:solidFill>
                  <a:schemeClr val="accent2"/>
                </a:solidFill>
              </a:rPr>
              <a:t>text,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text,</a:t>
            </a:r>
            <a:r>
              <a:rPr lang="en-US" b="1" dirty="0">
                <a:solidFill>
                  <a:schemeClr val="accent3"/>
                </a:solidFill>
              </a:rPr>
              <a:t> </a:t>
            </a:r>
            <a:r>
              <a:rPr lang="en-US" b="1" dirty="0">
                <a:solidFill>
                  <a:schemeClr val="accent4"/>
                </a:solidFill>
              </a:rPr>
              <a:t>text, </a:t>
            </a:r>
            <a:r>
              <a:rPr lang="en-US" b="1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text,</a:t>
            </a:r>
            <a:r>
              <a:rPr lang="en-US" b="1" dirty="0">
                <a:solidFill>
                  <a:schemeClr val="accent5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text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dirty="0"/>
              <a:t>Try not to exceed six bullet points per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979AEB-82A0-5884-2B25-B9D8A6B24187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Tips for transferring content from other templates: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Paste the slide in the desired location and then from "Paste Options" box, choose "Use Destination Theme“</a:t>
            </a:r>
          </a:p>
          <a:p>
            <a:pPr lvl="1"/>
            <a:r>
              <a:rPr lang="en-US" dirty="0"/>
              <a:t>You may still have to copy-paste or cut-paste content into the correct content placeholder on the slide, depending on how the source file was created</a:t>
            </a:r>
          </a:p>
          <a:p>
            <a:pPr lvl="1"/>
            <a:r>
              <a:rPr lang="en-US" dirty="0"/>
              <a:t>Copy-paste the content within the slide instead of copying and pasting entire slides from the side pane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Delete any layout options that appear after "Closing </a:t>
            </a:r>
            <a:r>
              <a:rPr lang="en-US" sz="1800" dirty="0" err="1">
                <a:solidFill>
                  <a:srgbClr val="000000"/>
                </a:solidFill>
              </a:rPr>
              <a:t>Slide_Black</a:t>
            </a:r>
            <a:r>
              <a:rPr lang="en-US" sz="1800" dirty="0">
                <a:solidFill>
                  <a:srgbClr val="000000"/>
                </a:solidFill>
              </a:rPr>
              <a:t>"; these are legacy artifacts from older templates and should not be used </a:t>
            </a:r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AB50A4-66B8-D564-AC68-1D918CF6993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8346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4651-C4F1-5522-1165-571FC82A3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8CD9047-2465-34A0-D55C-2B0CDE431A6A}"/>
              </a:ext>
            </a:extLst>
          </p:cNvPr>
          <p:cNvSpPr/>
          <p:nvPr/>
        </p:nvSpPr>
        <p:spPr>
          <a:xfrm>
            <a:off x="760409" y="2064247"/>
            <a:ext cx="10983248" cy="972102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82880" rIns="5394960" bIns="182880" rtlCol="0" anchor="ctr" anchorCtr="0"/>
          <a:lstStyle/>
          <a:p>
            <a:pPr marL="0" indent="0">
              <a:buNone/>
            </a:pPr>
            <a:endParaRPr lang="en-US" b="0" i="0" dirty="0">
              <a:effectLst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42A324-D2F4-609F-7F7E-86E6E9E34E23}"/>
              </a:ext>
            </a:extLst>
          </p:cNvPr>
          <p:cNvSpPr/>
          <p:nvPr/>
        </p:nvSpPr>
        <p:spPr>
          <a:xfrm>
            <a:off x="760409" y="1242018"/>
            <a:ext cx="10983248" cy="758824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82880" rIns="5394960" bIns="182880" rtlCol="0" anchor="ctr" anchorCtr="0"/>
          <a:lstStyle/>
          <a:p>
            <a:pPr marL="0" indent="0">
              <a:buNone/>
            </a:pPr>
            <a:endParaRPr lang="en-US" b="0" i="0" dirty="0">
              <a:effectLst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AF6C01-A58A-4AF2-0AB7-5435FB92C757}"/>
              </a:ext>
            </a:extLst>
          </p:cNvPr>
          <p:cNvSpPr/>
          <p:nvPr/>
        </p:nvSpPr>
        <p:spPr>
          <a:xfrm>
            <a:off x="760409" y="3099754"/>
            <a:ext cx="10983248" cy="758824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82880" rIns="5394960" bIns="182880" rtlCol="0" anchor="ctr" anchorCtr="0"/>
          <a:lstStyle/>
          <a:p>
            <a:pPr marL="0" indent="0">
              <a:buNone/>
            </a:pPr>
            <a:endParaRPr lang="en-US" b="0" i="0" dirty="0">
              <a:effectLst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04E83D-12C7-2C8E-BA95-E608A8E3245A}"/>
              </a:ext>
            </a:extLst>
          </p:cNvPr>
          <p:cNvSpPr/>
          <p:nvPr/>
        </p:nvSpPr>
        <p:spPr>
          <a:xfrm>
            <a:off x="760409" y="3921983"/>
            <a:ext cx="10983248" cy="758824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82880" rIns="5394960" bIns="182880" rtlCol="0" anchor="ctr" anchorCtr="0"/>
          <a:lstStyle/>
          <a:p>
            <a:pPr marL="0" indent="0">
              <a:buNone/>
            </a:pPr>
            <a:endParaRPr lang="en-US" b="0" i="0" dirty="0">
              <a:effectLst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97F4FC-B117-8C70-B463-16D2BCE43D26}"/>
              </a:ext>
            </a:extLst>
          </p:cNvPr>
          <p:cNvSpPr/>
          <p:nvPr/>
        </p:nvSpPr>
        <p:spPr>
          <a:xfrm>
            <a:off x="760409" y="4744212"/>
            <a:ext cx="10983248" cy="758824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82880" rIns="5394960" bIns="182880" rtlCol="0" anchor="ctr" anchorCtr="0"/>
          <a:lstStyle/>
          <a:p>
            <a:pPr marL="0" indent="0">
              <a:buNone/>
            </a:pPr>
            <a:endParaRPr lang="en-US" b="0" i="0" dirty="0">
              <a:effectLst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7C2332-B1BC-C184-5E3D-D9B6D6C9BAE6}"/>
              </a:ext>
            </a:extLst>
          </p:cNvPr>
          <p:cNvSpPr/>
          <p:nvPr/>
        </p:nvSpPr>
        <p:spPr>
          <a:xfrm>
            <a:off x="760409" y="5566440"/>
            <a:ext cx="10983248" cy="758824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82880" rIns="5394960" bIns="182880" rtlCol="0" anchor="ctr" anchorCtr="0"/>
          <a:lstStyle/>
          <a:p>
            <a:pPr marL="0" indent="0">
              <a:buNone/>
            </a:pPr>
            <a:endParaRPr lang="en-US" b="0" i="0" dirty="0"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2F9F1B-F238-89F3-F965-7EDB4FB88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theme files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28BCB-2375-2300-90EA-1640EE0F9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CF1C22-E954-5630-F949-19BE47D4E184}"/>
              </a:ext>
            </a:extLst>
          </p:cNvPr>
          <p:cNvSpPr/>
          <p:nvPr/>
        </p:nvSpPr>
        <p:spPr>
          <a:xfrm>
            <a:off x="507051" y="1374400"/>
            <a:ext cx="494060" cy="494060"/>
          </a:xfrm>
          <a:prstGeom prst="ellipse">
            <a:avLst/>
          </a:prstGeom>
          <a:solidFill>
            <a:srgbClr val="1E011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8EB3D-6B17-8C80-C882-11B90E019142}"/>
              </a:ext>
            </a:extLst>
          </p:cNvPr>
          <p:cNvSpPr txBox="1"/>
          <p:nvPr/>
        </p:nvSpPr>
        <p:spPr>
          <a:xfrm>
            <a:off x="1010728" y="1452153"/>
            <a:ext cx="391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Go to the Brand World </a:t>
            </a:r>
            <a:r>
              <a:rPr lang="en-US" sz="1600" dirty="0">
                <a:hlinkClick r:id="rId2"/>
              </a:rPr>
              <a:t>Templates</a:t>
            </a:r>
            <a:r>
              <a:rPr lang="en-US" sz="1600" dirty="0"/>
              <a:t> page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599EF11-65C8-3696-C061-73E19A56346B}"/>
              </a:ext>
            </a:extLst>
          </p:cNvPr>
          <p:cNvSpPr/>
          <p:nvPr/>
        </p:nvSpPr>
        <p:spPr>
          <a:xfrm>
            <a:off x="507051" y="2303268"/>
            <a:ext cx="494060" cy="494060"/>
          </a:xfrm>
          <a:prstGeom prst="ellipse">
            <a:avLst/>
          </a:prstGeom>
          <a:solidFill>
            <a:srgbClr val="1E011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7C7D1-161B-3B57-C0D3-10A3C575A9FA}"/>
              </a:ext>
            </a:extLst>
          </p:cNvPr>
          <p:cNvSpPr txBox="1"/>
          <p:nvPr/>
        </p:nvSpPr>
        <p:spPr>
          <a:xfrm>
            <a:off x="1010727" y="2257911"/>
            <a:ext cx="107329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Download the Lenovo theme file (.</a:t>
            </a:r>
            <a:r>
              <a:rPr lang="en-US" sz="1600" dirty="0" err="1"/>
              <a:t>thmx</a:t>
            </a:r>
            <a:r>
              <a:rPr lang="en-US" sz="1600" dirty="0"/>
              <a:t>) and the Lenovo starter template/slide library (.</a:t>
            </a:r>
            <a:r>
              <a:rPr lang="en-US" sz="1600" dirty="0" err="1"/>
              <a:t>potx</a:t>
            </a:r>
            <a:r>
              <a:rPr lang="en-US" sz="1600" dirty="0"/>
              <a:t>) using the instructions near the top of the page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3FBAE0-31F2-42A4-7DB5-6CF153CFB234}"/>
              </a:ext>
            </a:extLst>
          </p:cNvPr>
          <p:cNvSpPr/>
          <p:nvPr/>
        </p:nvSpPr>
        <p:spPr>
          <a:xfrm>
            <a:off x="507051" y="3232136"/>
            <a:ext cx="494060" cy="494060"/>
          </a:xfrm>
          <a:prstGeom prst="ellipse">
            <a:avLst/>
          </a:prstGeom>
          <a:solidFill>
            <a:srgbClr val="1E011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807B08-5C87-751A-E1F4-50D1268BDF75}"/>
              </a:ext>
            </a:extLst>
          </p:cNvPr>
          <p:cNvSpPr txBox="1"/>
          <p:nvPr/>
        </p:nvSpPr>
        <p:spPr>
          <a:xfrm>
            <a:off x="1010728" y="3309889"/>
            <a:ext cx="62246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Open “File Explorer” and click “View” &gt; “Show” &gt; “Hidden items”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4C6E236-89EE-9C74-E41C-8DB00CB102F0}"/>
              </a:ext>
            </a:extLst>
          </p:cNvPr>
          <p:cNvSpPr/>
          <p:nvPr/>
        </p:nvSpPr>
        <p:spPr>
          <a:xfrm>
            <a:off x="507051" y="4054365"/>
            <a:ext cx="494060" cy="494060"/>
          </a:xfrm>
          <a:prstGeom prst="ellipse">
            <a:avLst/>
          </a:prstGeom>
          <a:solidFill>
            <a:srgbClr val="1E011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78E8673-2478-B83A-15FF-C7AB34F63F77}"/>
              </a:ext>
            </a:extLst>
          </p:cNvPr>
          <p:cNvSpPr/>
          <p:nvPr/>
        </p:nvSpPr>
        <p:spPr>
          <a:xfrm>
            <a:off x="507051" y="4876594"/>
            <a:ext cx="494060" cy="494060"/>
          </a:xfrm>
          <a:prstGeom prst="ellipse">
            <a:avLst/>
          </a:prstGeom>
          <a:solidFill>
            <a:srgbClr val="1E011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168A2C-E974-BC02-574D-81665602F325}"/>
              </a:ext>
            </a:extLst>
          </p:cNvPr>
          <p:cNvSpPr txBox="1"/>
          <p:nvPr/>
        </p:nvSpPr>
        <p:spPr>
          <a:xfrm>
            <a:off x="1010728" y="4132118"/>
            <a:ext cx="7805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Navigate to: “C:\Users\&lt;</a:t>
            </a:r>
            <a:r>
              <a:rPr lang="en-US" sz="1600" dirty="0" err="1"/>
              <a:t>YourUsername</a:t>
            </a:r>
            <a:r>
              <a:rPr lang="en-US" sz="1600" dirty="0"/>
              <a:t>&gt;\</a:t>
            </a:r>
            <a:r>
              <a:rPr lang="en-US" sz="1600" dirty="0" err="1"/>
              <a:t>AppData</a:t>
            </a:r>
            <a:r>
              <a:rPr lang="en-US" sz="1600" dirty="0"/>
              <a:t>\Roaming\Microsoft\Templates”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1FAB29D-753A-9852-8E5F-BCEEEE67A62A}"/>
              </a:ext>
            </a:extLst>
          </p:cNvPr>
          <p:cNvSpPr/>
          <p:nvPr/>
        </p:nvSpPr>
        <p:spPr>
          <a:xfrm>
            <a:off x="507051" y="5686765"/>
            <a:ext cx="494060" cy="494060"/>
          </a:xfrm>
          <a:prstGeom prst="ellipse">
            <a:avLst/>
          </a:prstGeom>
          <a:solidFill>
            <a:srgbClr val="1E011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D98EB1-9A3F-C97B-4C1A-42AA61FAA927}"/>
              </a:ext>
            </a:extLst>
          </p:cNvPr>
          <p:cNvSpPr txBox="1"/>
          <p:nvPr/>
        </p:nvSpPr>
        <p:spPr>
          <a:xfrm>
            <a:off x="1010728" y="4954347"/>
            <a:ext cx="88067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Copy your .</a:t>
            </a:r>
            <a:r>
              <a:rPr lang="en-US" sz="1600" dirty="0" err="1"/>
              <a:t>potx</a:t>
            </a:r>
            <a:r>
              <a:rPr lang="en-US" sz="1600" dirty="0"/>
              <a:t> file (Lenovo Starter Template or Lenovo Slide Library) into the Templates folder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C77838-F197-66E0-DE7D-893F60BDEA4A}"/>
              </a:ext>
            </a:extLst>
          </p:cNvPr>
          <p:cNvSpPr txBox="1"/>
          <p:nvPr/>
        </p:nvSpPr>
        <p:spPr>
          <a:xfrm>
            <a:off x="1010727" y="5764518"/>
            <a:ext cx="106710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Open the “Document Themes” subfolder inside Templates, then copy your .</a:t>
            </a:r>
            <a:r>
              <a:rPr lang="en-US" sz="1600" dirty="0" err="1"/>
              <a:t>thmx</a:t>
            </a:r>
            <a:r>
              <a:rPr lang="en-US" sz="1600" dirty="0"/>
              <a:t> file (Lenovo Theme) into this folder.</a:t>
            </a:r>
          </a:p>
        </p:txBody>
      </p:sp>
    </p:spTree>
    <p:extLst>
      <p:ext uri="{BB962C8B-B14F-4D97-AF65-F5344CB8AC3E}">
        <p14:creationId xmlns:p14="http://schemas.microsoft.com/office/powerpoint/2010/main" val="59108198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Level one bullet style is Arial, regular,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Level two style is Arial, regular,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Level three style is Arial, regular,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Bulleted copy has initial cap on first word only with no period at the end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If bulleted copy is more than one sentence, use a period at the end</a:t>
            </a:r>
          </a:p>
          <a:p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  <a:t>U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se periods for all bulleted copy in the list if one requires a period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Subtitles are Arial, regular, 22 </a:t>
            </a:r>
            <a:r>
              <a:rPr lang="en-US" dirty="0" err="1"/>
              <a:t>pt</a:t>
            </a:r>
            <a:r>
              <a:rPr lang="en-US" dirty="0"/>
              <a:t>, sentence case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Titles are Arial, bold, 32 pt, sentence case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4FDB9-AD3F-C7BE-7523-01E87B0F02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9357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column layout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Two-column level one bullet style is </a:t>
            </a:r>
            <a:br>
              <a:rPr lang="en-US" dirty="0"/>
            </a:br>
            <a:r>
              <a:rPr lang="en-US" dirty="0"/>
              <a:t>Arial, regular,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Level two style is Arial, regular,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Level three style is Arial, regular,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Level one style</a:t>
            </a:r>
          </a:p>
          <a:p>
            <a:r>
              <a:rPr lang="en-US" dirty="0"/>
              <a:t>Level one style</a:t>
            </a:r>
          </a:p>
          <a:p>
            <a:r>
              <a:rPr lang="en-US" dirty="0"/>
              <a:t>Level one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Two-column level one bullets are </a:t>
            </a:r>
            <a:br>
              <a:rPr lang="en-US" dirty="0"/>
            </a:br>
            <a:r>
              <a:rPr lang="en-US" dirty="0"/>
              <a:t>Arial, regular,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Level two style is Arial, regular,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Level three style is Arial, regular,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Level one style</a:t>
            </a:r>
          </a:p>
          <a:p>
            <a:r>
              <a:rPr lang="en-US" dirty="0"/>
              <a:t>Level one style</a:t>
            </a:r>
          </a:p>
          <a:p>
            <a:r>
              <a:rPr lang="en-US" dirty="0"/>
              <a:t>Level one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885398-6D34-9F93-A132-DB8B8D711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scheme</a:t>
            </a:r>
          </a:p>
        </p:txBody>
      </p:sp>
      <p:sp>
        <p:nvSpPr>
          <p:cNvPr id="31" name="Rectangle 30" descr="Lenovo brand color: Signature Red, hex code E1251B">
            <a:extLst>
              <a:ext uri="{FF2B5EF4-FFF2-40B4-BE49-F238E27FC236}">
                <a16:creationId xmlns:a16="http://schemas.microsoft.com/office/drawing/2014/main" id="{16C14D9C-B8D2-4BF2-BFFC-495F946B3833}"/>
              </a:ext>
            </a:extLst>
          </p:cNvPr>
          <p:cNvSpPr/>
          <p:nvPr/>
        </p:nvSpPr>
        <p:spPr>
          <a:xfrm>
            <a:off x="766885" y="1262111"/>
            <a:ext cx="2010545" cy="7372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Red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225.37.27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#E1251B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60BA42-164D-4274-B389-8C045EA48485}"/>
              </a:ext>
            </a:extLst>
          </p:cNvPr>
          <p:cNvSpPr/>
          <p:nvPr/>
        </p:nvSpPr>
        <p:spPr>
          <a:xfrm>
            <a:off x="766885" y="2226886"/>
            <a:ext cx="2010545" cy="1574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Lenovo signature red </a:t>
            </a:r>
            <a:r>
              <a:rPr lang="en-US" sz="1200">
                <a:solidFill>
                  <a:schemeClr val="tx1"/>
                </a:solidFill>
              </a:rPr>
              <a:t> should be used to elevate the brand but should not be overused. Always use the signature red for the Lenovo logo.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C16E37-05C4-6CFD-C487-E3CC3ACD4D47}"/>
              </a:ext>
            </a:extLst>
          </p:cNvPr>
          <p:cNvSpPr txBox="1"/>
          <p:nvPr/>
        </p:nvSpPr>
        <p:spPr>
          <a:xfrm>
            <a:off x="5185845" y="3066296"/>
            <a:ext cx="4225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>
                <a:latin typeface="Arial" pitchFamily="34" charset="0"/>
                <a:cs typeface="Arial" pitchFamily="34" charset="0"/>
              </a:rPr>
              <a:t>Colors built into the template (theme colors)</a:t>
            </a:r>
          </a:p>
        </p:txBody>
      </p:sp>
      <p:sp>
        <p:nvSpPr>
          <p:cNvPr id="32" name="Rectangle 31" descr="Lenovo brand color: Deep Red 1, hex code 64131E&#10;">
            <a:extLst>
              <a:ext uri="{FF2B5EF4-FFF2-40B4-BE49-F238E27FC236}">
                <a16:creationId xmlns:a16="http://schemas.microsoft.com/office/drawing/2014/main" id="{5CB6759A-DE55-4044-A74F-23468075BC3B}"/>
              </a:ext>
            </a:extLst>
          </p:cNvPr>
          <p:cNvSpPr/>
          <p:nvPr/>
        </p:nvSpPr>
        <p:spPr>
          <a:xfrm>
            <a:off x="3175300" y="1255175"/>
            <a:ext cx="2010545" cy="737200"/>
          </a:xfrm>
          <a:prstGeom prst="rect">
            <a:avLst/>
          </a:prstGeom>
          <a:solidFill>
            <a:srgbClr val="641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Deep Red 1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100.19.30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#64131E</a:t>
            </a:r>
          </a:p>
        </p:txBody>
      </p:sp>
      <p:sp>
        <p:nvSpPr>
          <p:cNvPr id="36" name="Rectangle 35" descr="Lenovo brand color: Deep Purple 1, hex code 4D144A">
            <a:extLst>
              <a:ext uri="{FF2B5EF4-FFF2-40B4-BE49-F238E27FC236}">
                <a16:creationId xmlns:a16="http://schemas.microsoft.com/office/drawing/2014/main" id="{40FE20A9-8C22-476F-A421-67EC3E78C356}"/>
              </a:ext>
            </a:extLst>
          </p:cNvPr>
          <p:cNvSpPr/>
          <p:nvPr/>
        </p:nvSpPr>
        <p:spPr>
          <a:xfrm>
            <a:off x="5253998" y="1255175"/>
            <a:ext cx="2010545" cy="737200"/>
          </a:xfrm>
          <a:prstGeom prst="rect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Deep Purple 1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77.20.74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#4D144A</a:t>
            </a:r>
          </a:p>
        </p:txBody>
      </p:sp>
      <p:sp>
        <p:nvSpPr>
          <p:cNvPr id="39" name="Rectangle 38" descr="Lenovo brand color: Deep Blue 1, hex code 11184F">
            <a:extLst>
              <a:ext uri="{FF2B5EF4-FFF2-40B4-BE49-F238E27FC236}">
                <a16:creationId xmlns:a16="http://schemas.microsoft.com/office/drawing/2014/main" id="{1384576B-1D6A-4BBA-9B6B-488DCCA37DF5}"/>
              </a:ext>
            </a:extLst>
          </p:cNvPr>
          <p:cNvSpPr/>
          <p:nvPr/>
        </p:nvSpPr>
        <p:spPr>
          <a:xfrm>
            <a:off x="7332696" y="1255175"/>
            <a:ext cx="2010545" cy="737200"/>
          </a:xfrm>
          <a:prstGeom prst="rect">
            <a:avLst/>
          </a:prstGeom>
          <a:solidFill>
            <a:srgbClr val="1118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Deep Blue 1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17.24.79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#11184F</a:t>
            </a:r>
          </a:p>
        </p:txBody>
      </p:sp>
      <p:sp>
        <p:nvSpPr>
          <p:cNvPr id="42" name="Rectangle 41" descr="Lenovo brand color: Black, hex code 1E0013">
            <a:extLst>
              <a:ext uri="{FF2B5EF4-FFF2-40B4-BE49-F238E27FC236}">
                <a16:creationId xmlns:a16="http://schemas.microsoft.com/office/drawing/2014/main" id="{82D9F106-FAE2-4505-B0C0-04282ACD6672}"/>
              </a:ext>
            </a:extLst>
          </p:cNvPr>
          <p:cNvSpPr/>
          <p:nvPr/>
        </p:nvSpPr>
        <p:spPr>
          <a:xfrm>
            <a:off x="9411394" y="1255175"/>
            <a:ext cx="2010545" cy="737200"/>
          </a:xfrm>
          <a:prstGeom prst="rect">
            <a:avLst/>
          </a:prstGeom>
          <a:solidFill>
            <a:srgbClr val="1E01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Black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30.01.19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#1E0013</a:t>
            </a:r>
          </a:p>
        </p:txBody>
      </p:sp>
      <p:sp>
        <p:nvSpPr>
          <p:cNvPr id="33" name="Rectangle 32" descr="Lenovo brand color: Mid Red 1, hex code B8252E">
            <a:extLst>
              <a:ext uri="{FF2B5EF4-FFF2-40B4-BE49-F238E27FC236}">
                <a16:creationId xmlns:a16="http://schemas.microsoft.com/office/drawing/2014/main" id="{76B5D1F4-3C4C-4520-8C56-CEE0ED101707}"/>
              </a:ext>
            </a:extLst>
          </p:cNvPr>
          <p:cNvSpPr/>
          <p:nvPr/>
        </p:nvSpPr>
        <p:spPr>
          <a:xfrm>
            <a:off x="3175300" y="2044626"/>
            <a:ext cx="2010545" cy="737200"/>
          </a:xfrm>
          <a:prstGeom prst="rect">
            <a:avLst/>
          </a:prstGeom>
          <a:solidFill>
            <a:srgbClr val="B825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Mid Red 1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184.37.46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#B8252E</a:t>
            </a:r>
          </a:p>
        </p:txBody>
      </p:sp>
      <p:sp>
        <p:nvSpPr>
          <p:cNvPr id="37" name="Rectangle 36" descr="Lenovo brand color: Deep Purple 2, hex code 7A126B">
            <a:extLst>
              <a:ext uri="{FF2B5EF4-FFF2-40B4-BE49-F238E27FC236}">
                <a16:creationId xmlns:a16="http://schemas.microsoft.com/office/drawing/2014/main" id="{F26C3174-AE57-42E0-B87E-24E2CE2752B9}"/>
              </a:ext>
            </a:extLst>
          </p:cNvPr>
          <p:cNvSpPr/>
          <p:nvPr/>
        </p:nvSpPr>
        <p:spPr>
          <a:xfrm>
            <a:off x="5253998" y="2044626"/>
            <a:ext cx="2010545" cy="737200"/>
          </a:xfrm>
          <a:prstGeom prst="rect">
            <a:avLst/>
          </a:prstGeom>
          <a:solidFill>
            <a:srgbClr val="7A1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Deep Purple 2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122.18.107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#7A126B</a:t>
            </a:r>
          </a:p>
        </p:txBody>
      </p:sp>
      <p:sp>
        <p:nvSpPr>
          <p:cNvPr id="40" name="Rectangle 39" descr="Lenovo brand color: Deep Blue 2, hex code 294E95">
            <a:extLst>
              <a:ext uri="{FF2B5EF4-FFF2-40B4-BE49-F238E27FC236}">
                <a16:creationId xmlns:a16="http://schemas.microsoft.com/office/drawing/2014/main" id="{C57BD7E3-38B1-4796-BF73-671A632258E9}"/>
              </a:ext>
            </a:extLst>
          </p:cNvPr>
          <p:cNvSpPr/>
          <p:nvPr/>
        </p:nvSpPr>
        <p:spPr>
          <a:xfrm>
            <a:off x="7332696" y="2044626"/>
            <a:ext cx="2010545" cy="737200"/>
          </a:xfrm>
          <a:prstGeom prst="rect">
            <a:avLst/>
          </a:prstGeom>
          <a:solidFill>
            <a:srgbClr val="294E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Deep Blue 2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41.78.149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#294E95</a:t>
            </a:r>
          </a:p>
        </p:txBody>
      </p:sp>
      <p:sp>
        <p:nvSpPr>
          <p:cNvPr id="43" name="Rectangle 42" descr="Lenovo brand color: Deep Gray, hex code 4E444E">
            <a:extLst>
              <a:ext uri="{FF2B5EF4-FFF2-40B4-BE49-F238E27FC236}">
                <a16:creationId xmlns:a16="http://schemas.microsoft.com/office/drawing/2014/main" id="{483F31D2-48D1-44CE-B540-123CF18A9ADF}"/>
              </a:ext>
            </a:extLst>
          </p:cNvPr>
          <p:cNvSpPr/>
          <p:nvPr/>
        </p:nvSpPr>
        <p:spPr>
          <a:xfrm>
            <a:off x="9411394" y="2044626"/>
            <a:ext cx="2010545" cy="737200"/>
          </a:xfrm>
          <a:prstGeom prst="rect">
            <a:avLst/>
          </a:prstGeom>
          <a:solidFill>
            <a:srgbClr val="4E4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Deep Gray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78.68.78</a:t>
            </a:r>
          </a:p>
          <a:p>
            <a:pPr algn="ctr"/>
            <a:r>
              <a:rPr lang="en-US" sz="1100">
                <a:solidFill>
                  <a:prstClr val="white"/>
                </a:solidFill>
              </a:rPr>
              <a:t>#4E444E</a:t>
            </a:r>
          </a:p>
        </p:txBody>
      </p:sp>
      <p:sp>
        <p:nvSpPr>
          <p:cNvPr id="34" name="Rectangle 33" descr="Lenovo brand color: Mid Red 2, hex code F26A52">
            <a:extLst>
              <a:ext uri="{FF2B5EF4-FFF2-40B4-BE49-F238E27FC236}">
                <a16:creationId xmlns:a16="http://schemas.microsoft.com/office/drawing/2014/main" id="{CB9E9AC8-71F0-4A41-A047-4960FF9A4761}"/>
              </a:ext>
            </a:extLst>
          </p:cNvPr>
          <p:cNvSpPr/>
          <p:nvPr/>
        </p:nvSpPr>
        <p:spPr>
          <a:xfrm>
            <a:off x="3175300" y="2834077"/>
            <a:ext cx="2010545" cy="737200"/>
          </a:xfrm>
          <a:prstGeom prst="rect">
            <a:avLst/>
          </a:prstGeom>
          <a:solidFill>
            <a:srgbClr val="F26A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Mid Red 2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242.106.82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#F26A52</a:t>
            </a:r>
          </a:p>
        </p:txBody>
      </p:sp>
      <p:sp>
        <p:nvSpPr>
          <p:cNvPr id="44" name="Rectangle 43" descr="Lenovo brand color: Mid Gray, hex code ABA8B1">
            <a:extLst>
              <a:ext uri="{FF2B5EF4-FFF2-40B4-BE49-F238E27FC236}">
                <a16:creationId xmlns:a16="http://schemas.microsoft.com/office/drawing/2014/main" id="{56098D28-5C87-43C1-98EA-26151A3DC081}"/>
              </a:ext>
            </a:extLst>
          </p:cNvPr>
          <p:cNvSpPr/>
          <p:nvPr/>
        </p:nvSpPr>
        <p:spPr>
          <a:xfrm>
            <a:off x="9411394" y="2834077"/>
            <a:ext cx="2010545" cy="737200"/>
          </a:xfrm>
          <a:prstGeom prst="rect">
            <a:avLst/>
          </a:prstGeom>
          <a:solidFill>
            <a:srgbClr val="ABA8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Mid Gray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171.168.177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#ABA8B1</a:t>
            </a:r>
          </a:p>
        </p:txBody>
      </p:sp>
      <p:sp>
        <p:nvSpPr>
          <p:cNvPr id="35" name="Rectangle 34" descr="Lenovo brand color: Pale Red 1, hex code F0C7BF">
            <a:extLst>
              <a:ext uri="{FF2B5EF4-FFF2-40B4-BE49-F238E27FC236}">
                <a16:creationId xmlns:a16="http://schemas.microsoft.com/office/drawing/2014/main" id="{B600FA34-1B4E-4FAB-ADE4-FDB47EB05F98}"/>
              </a:ext>
            </a:extLst>
          </p:cNvPr>
          <p:cNvSpPr/>
          <p:nvPr/>
        </p:nvSpPr>
        <p:spPr>
          <a:xfrm>
            <a:off x="3175300" y="3623528"/>
            <a:ext cx="2010545" cy="737200"/>
          </a:xfrm>
          <a:prstGeom prst="rect">
            <a:avLst/>
          </a:prstGeom>
          <a:solidFill>
            <a:srgbClr val="F0C7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Pale Red 1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240.199.191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#F0C7BF</a:t>
            </a:r>
          </a:p>
        </p:txBody>
      </p:sp>
      <p:sp>
        <p:nvSpPr>
          <p:cNvPr id="38" name="Rectangle 37" descr="Lenovo brand color: Pale Purple 1, hex code D9C1D8">
            <a:extLst>
              <a:ext uri="{FF2B5EF4-FFF2-40B4-BE49-F238E27FC236}">
                <a16:creationId xmlns:a16="http://schemas.microsoft.com/office/drawing/2014/main" id="{50DBE868-A0B7-461B-93DB-3534AABEB9DC}"/>
              </a:ext>
            </a:extLst>
          </p:cNvPr>
          <p:cNvSpPr/>
          <p:nvPr/>
        </p:nvSpPr>
        <p:spPr>
          <a:xfrm>
            <a:off x="5253998" y="3623528"/>
            <a:ext cx="2010545" cy="737200"/>
          </a:xfrm>
          <a:prstGeom prst="rect">
            <a:avLst/>
          </a:prstGeom>
          <a:solidFill>
            <a:srgbClr val="D9C1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Pale Purple 1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217.193. 216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#D9C1D8</a:t>
            </a:r>
          </a:p>
        </p:txBody>
      </p:sp>
      <p:sp>
        <p:nvSpPr>
          <p:cNvPr id="41" name="Rectangle 40" descr="Lenovo brand color: Pale Blue 1, hex code C9D0F0">
            <a:extLst>
              <a:ext uri="{FF2B5EF4-FFF2-40B4-BE49-F238E27FC236}">
                <a16:creationId xmlns:a16="http://schemas.microsoft.com/office/drawing/2014/main" id="{3B92339F-0CE7-4C40-A8C0-51FEEA6FE686}"/>
              </a:ext>
            </a:extLst>
          </p:cNvPr>
          <p:cNvSpPr/>
          <p:nvPr/>
        </p:nvSpPr>
        <p:spPr>
          <a:xfrm>
            <a:off x="7332696" y="3623528"/>
            <a:ext cx="2010545" cy="737200"/>
          </a:xfrm>
          <a:prstGeom prst="rect">
            <a:avLst/>
          </a:prstGeom>
          <a:solidFill>
            <a:srgbClr val="C9D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Pale Blue 1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201.208.240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#C9D0F0</a:t>
            </a:r>
          </a:p>
        </p:txBody>
      </p:sp>
      <p:sp>
        <p:nvSpPr>
          <p:cNvPr id="45" name="Rectangle 44" descr="Lenovo brand color: Pale Gray, hex code E6E2E4">
            <a:extLst>
              <a:ext uri="{FF2B5EF4-FFF2-40B4-BE49-F238E27FC236}">
                <a16:creationId xmlns:a16="http://schemas.microsoft.com/office/drawing/2014/main" id="{50FF6D01-F971-497D-BAD4-7CE1DA3020DB}"/>
              </a:ext>
            </a:extLst>
          </p:cNvPr>
          <p:cNvSpPr/>
          <p:nvPr/>
        </p:nvSpPr>
        <p:spPr>
          <a:xfrm>
            <a:off x="9411394" y="3623528"/>
            <a:ext cx="2010545" cy="737200"/>
          </a:xfrm>
          <a:prstGeom prst="rect">
            <a:avLst/>
          </a:prstGeom>
          <a:solidFill>
            <a:srgbClr val="E6E2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Pale Gray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230.226.228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#E6E2E4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7CA125-BE91-4B9A-AC14-2D614A358304}"/>
              </a:ext>
            </a:extLst>
          </p:cNvPr>
          <p:cNvSpPr txBox="1"/>
          <p:nvPr/>
        </p:nvSpPr>
        <p:spPr>
          <a:xfrm>
            <a:off x="978946" y="5445609"/>
            <a:ext cx="2196353" cy="5539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000" spc="3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SMARTER </a:t>
            </a:r>
            <a:br>
              <a:rPr lang="en-US" sz="1000" spc="3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1000" spc="3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&amp; LINEAR</a:t>
            </a:r>
          </a:p>
          <a:p>
            <a:r>
              <a:rPr lang="en-US" sz="1000" spc="3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GRADIENTS: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294EB-8F5E-BCBD-3B6F-157712A20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C0E8FA-C2BF-BACE-EE8F-C26CD1232711}"/>
              </a:ext>
            </a:extLst>
          </p:cNvPr>
          <p:cNvGrpSpPr/>
          <p:nvPr/>
        </p:nvGrpSpPr>
        <p:grpSpPr>
          <a:xfrm>
            <a:off x="3175300" y="5814087"/>
            <a:ext cx="8246638" cy="596354"/>
            <a:chOff x="3175300" y="5865406"/>
            <a:chExt cx="8246638" cy="59635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A275B18-35F8-A718-0FAD-4F1A4DE9E640}"/>
                </a:ext>
              </a:extLst>
            </p:cNvPr>
            <p:cNvSpPr/>
            <p:nvPr/>
          </p:nvSpPr>
          <p:spPr>
            <a:xfrm>
              <a:off x="4215840" y="5865406"/>
              <a:ext cx="970005" cy="596354"/>
            </a:xfrm>
            <a:prstGeom prst="rect">
              <a:avLst/>
            </a:prstGeom>
            <a:gradFill>
              <a:gsLst>
                <a:gs pos="90000">
                  <a:srgbClr val="64131E"/>
                </a:gs>
                <a:gs pos="8000">
                  <a:srgbClr val="B8252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ECA4E9F-4D21-4A9E-91FA-B8210ECF6100}"/>
                </a:ext>
              </a:extLst>
            </p:cNvPr>
            <p:cNvSpPr/>
            <p:nvPr/>
          </p:nvSpPr>
          <p:spPr>
            <a:xfrm>
              <a:off x="3175300" y="5865406"/>
              <a:ext cx="970005" cy="596354"/>
            </a:xfrm>
            <a:prstGeom prst="rect">
              <a:avLst/>
            </a:prstGeom>
            <a:gradFill>
              <a:gsLst>
                <a:gs pos="8000">
                  <a:schemeClr val="accent2">
                    <a:lumMod val="75000"/>
                  </a:schemeClr>
                </a:gs>
                <a:gs pos="90000">
                  <a:schemeClr val="accent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4DE9EF-318D-3121-8712-BA68B88BF1BB}"/>
                </a:ext>
              </a:extLst>
            </p:cNvPr>
            <p:cNvSpPr/>
            <p:nvPr/>
          </p:nvSpPr>
          <p:spPr>
            <a:xfrm>
              <a:off x="6294537" y="5865406"/>
              <a:ext cx="970005" cy="596354"/>
            </a:xfrm>
            <a:prstGeom prst="rect">
              <a:avLst/>
            </a:prstGeom>
            <a:gradFill>
              <a:gsLst>
                <a:gs pos="90000">
                  <a:srgbClr val="4D144A"/>
                </a:gs>
                <a:gs pos="8000">
                  <a:srgbClr val="7A126B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5C87FBF-A5A1-ABE8-BBA9-14D51687D0B8}"/>
                </a:ext>
              </a:extLst>
            </p:cNvPr>
            <p:cNvSpPr/>
            <p:nvPr/>
          </p:nvSpPr>
          <p:spPr>
            <a:xfrm>
              <a:off x="5253997" y="5865406"/>
              <a:ext cx="970005" cy="596354"/>
            </a:xfrm>
            <a:prstGeom prst="rect">
              <a:avLst/>
            </a:prstGeom>
            <a:gradFill>
              <a:gsLst>
                <a:gs pos="90000">
                  <a:srgbClr val="11184F"/>
                </a:gs>
                <a:gs pos="8000">
                  <a:srgbClr val="294E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CB2E16-176A-FA8E-1979-A5568B899813}"/>
                </a:ext>
              </a:extLst>
            </p:cNvPr>
            <p:cNvSpPr/>
            <p:nvPr/>
          </p:nvSpPr>
          <p:spPr>
            <a:xfrm>
              <a:off x="8373236" y="5865406"/>
              <a:ext cx="970005" cy="596354"/>
            </a:xfrm>
            <a:prstGeom prst="rect">
              <a:avLst/>
            </a:prstGeom>
            <a:gradFill>
              <a:gsLst>
                <a:gs pos="90000">
                  <a:srgbClr val="F0C7BF"/>
                </a:gs>
                <a:gs pos="8000">
                  <a:srgbClr val="FAECEB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7E333EB-19C9-1FF9-F5C5-CB15EA9C0CDD}"/>
                </a:ext>
              </a:extLst>
            </p:cNvPr>
            <p:cNvSpPr/>
            <p:nvPr/>
          </p:nvSpPr>
          <p:spPr>
            <a:xfrm>
              <a:off x="7332696" y="5865406"/>
              <a:ext cx="970005" cy="596354"/>
            </a:xfrm>
            <a:prstGeom prst="rect">
              <a:avLst/>
            </a:prstGeom>
            <a:gradFill>
              <a:gsLst>
                <a:gs pos="90000">
                  <a:srgbClr val="FFB9A2"/>
                </a:gs>
                <a:gs pos="8000">
                  <a:srgbClr val="F0C7BF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DB10430-5BDC-425F-6054-AE1585963D46}"/>
                </a:ext>
              </a:extLst>
            </p:cNvPr>
            <p:cNvSpPr/>
            <p:nvPr/>
          </p:nvSpPr>
          <p:spPr>
            <a:xfrm>
              <a:off x="10451933" y="5865406"/>
              <a:ext cx="970005" cy="596354"/>
            </a:xfrm>
            <a:prstGeom prst="rect">
              <a:avLst/>
            </a:prstGeom>
            <a:gradFill>
              <a:gsLst>
                <a:gs pos="90000">
                  <a:srgbClr val="D9C1D8"/>
                </a:gs>
                <a:gs pos="8000">
                  <a:srgbClr val="F1E1E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6093E7-111A-CB8B-0801-BEFD5AC8C20C}"/>
                </a:ext>
              </a:extLst>
            </p:cNvPr>
            <p:cNvSpPr/>
            <p:nvPr/>
          </p:nvSpPr>
          <p:spPr>
            <a:xfrm>
              <a:off x="9411393" y="5865406"/>
              <a:ext cx="970005" cy="596354"/>
            </a:xfrm>
            <a:prstGeom prst="rect">
              <a:avLst/>
            </a:prstGeom>
            <a:gradFill>
              <a:gsLst>
                <a:gs pos="90000">
                  <a:srgbClr val="C9D0F0"/>
                </a:gs>
                <a:gs pos="8000">
                  <a:srgbClr val="EAEEF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52704F4-66B4-F31E-8B4E-F959FB3299BA}"/>
              </a:ext>
            </a:extLst>
          </p:cNvPr>
          <p:cNvSpPr txBox="1"/>
          <p:nvPr/>
        </p:nvSpPr>
        <p:spPr>
          <a:xfrm>
            <a:off x="3175299" y="4889270"/>
            <a:ext cx="2408415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000" spc="3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SMARTER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875524-F0DA-F410-A4F9-D3B94479C177}"/>
              </a:ext>
            </a:extLst>
          </p:cNvPr>
          <p:cNvSpPr txBox="1"/>
          <p:nvPr/>
        </p:nvSpPr>
        <p:spPr>
          <a:xfrm>
            <a:off x="3175299" y="6472403"/>
            <a:ext cx="2408415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000" spc="3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LINEAR</a:t>
            </a:r>
          </a:p>
        </p:txBody>
      </p:sp>
      <p:sp>
        <p:nvSpPr>
          <p:cNvPr id="25" name="Rectangle 24" descr="Lenovo deep smarter gradient, &quot;Passion&quot; combines deep reds and purples">
            <a:extLst>
              <a:ext uri="{FF2B5EF4-FFF2-40B4-BE49-F238E27FC236}">
                <a16:creationId xmlns:a16="http://schemas.microsoft.com/office/drawing/2014/main" id="{51F86C8A-0E7D-44BE-B7C0-2544B5C12F24}"/>
              </a:ext>
            </a:extLst>
          </p:cNvPr>
          <p:cNvSpPr/>
          <p:nvPr/>
        </p:nvSpPr>
        <p:spPr>
          <a:xfrm>
            <a:off x="5927861" y="5154030"/>
            <a:ext cx="1336681" cy="596354"/>
          </a:xfrm>
          <a:prstGeom prst="rect">
            <a:avLst/>
          </a:prstGeom>
          <a:gradFill>
            <a:gsLst>
              <a:gs pos="45000">
                <a:srgbClr val="310012"/>
              </a:gs>
              <a:gs pos="0">
                <a:srgbClr val="64131E"/>
              </a:gs>
              <a:gs pos="84000">
                <a:srgbClr val="4C145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Knowledge</a:t>
            </a:r>
          </a:p>
        </p:txBody>
      </p:sp>
      <p:sp>
        <p:nvSpPr>
          <p:cNvPr id="26" name="Rectangle 25" descr="Lenovo deep smarter gradient, &quot;Ambition&quot; combines deep reds, purples and deep blue">
            <a:extLst>
              <a:ext uri="{FF2B5EF4-FFF2-40B4-BE49-F238E27FC236}">
                <a16:creationId xmlns:a16="http://schemas.microsoft.com/office/drawing/2014/main" id="{2B470309-6D44-48C4-AF69-A5B22879C865}"/>
              </a:ext>
            </a:extLst>
          </p:cNvPr>
          <p:cNvSpPr/>
          <p:nvPr/>
        </p:nvSpPr>
        <p:spPr>
          <a:xfrm>
            <a:off x="4551580" y="5154030"/>
            <a:ext cx="1336681" cy="596354"/>
          </a:xfrm>
          <a:prstGeom prst="rect">
            <a:avLst/>
          </a:prstGeom>
          <a:gradFill flip="none" rotWithShape="1">
            <a:gsLst>
              <a:gs pos="59000">
                <a:srgbClr val="48164C"/>
              </a:gs>
              <a:gs pos="38000">
                <a:srgbClr val="321549"/>
              </a:gs>
              <a:gs pos="93000">
                <a:srgbClr val="6B111C"/>
              </a:gs>
              <a:gs pos="0">
                <a:srgbClr val="0D174D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Ambition</a:t>
            </a:r>
          </a:p>
        </p:txBody>
      </p:sp>
      <p:sp>
        <p:nvSpPr>
          <p:cNvPr id="27" name="Rectangle 26" descr="Lenovo pale smarter gradient, &quot;Curious&quot; combines pale reds, purples and blue">
            <a:extLst>
              <a:ext uri="{FF2B5EF4-FFF2-40B4-BE49-F238E27FC236}">
                <a16:creationId xmlns:a16="http://schemas.microsoft.com/office/drawing/2014/main" id="{34B8D682-E77E-44EB-95AE-49578097D381}"/>
              </a:ext>
            </a:extLst>
          </p:cNvPr>
          <p:cNvSpPr/>
          <p:nvPr/>
        </p:nvSpPr>
        <p:spPr>
          <a:xfrm>
            <a:off x="7321274" y="5154030"/>
            <a:ext cx="1336681" cy="596354"/>
          </a:xfrm>
          <a:prstGeom prst="rect">
            <a:avLst/>
          </a:prstGeom>
          <a:gradFill flip="none" rotWithShape="1">
            <a:gsLst>
              <a:gs pos="96000">
                <a:srgbClr val="E5B2B6"/>
              </a:gs>
              <a:gs pos="4000">
                <a:srgbClr val="6583B5"/>
              </a:gs>
              <a:gs pos="52000">
                <a:srgbClr val="C69BC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Curious</a:t>
            </a:r>
          </a:p>
        </p:txBody>
      </p:sp>
      <p:sp>
        <p:nvSpPr>
          <p:cNvPr id="28" name="Rectangle 27" descr="Lenovo pale smarter gradient, &quot;Wonder&quot; combines pale reds, purples and blue">
            <a:extLst>
              <a:ext uri="{FF2B5EF4-FFF2-40B4-BE49-F238E27FC236}">
                <a16:creationId xmlns:a16="http://schemas.microsoft.com/office/drawing/2014/main" id="{599FEC79-5CFA-46CA-AFF8-3FECF5FBB6BE}"/>
              </a:ext>
            </a:extLst>
          </p:cNvPr>
          <p:cNvSpPr/>
          <p:nvPr/>
        </p:nvSpPr>
        <p:spPr>
          <a:xfrm>
            <a:off x="8703265" y="5154030"/>
            <a:ext cx="1336681" cy="596354"/>
          </a:xfrm>
          <a:prstGeom prst="rect">
            <a:avLst/>
          </a:prstGeo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Wonder</a:t>
            </a:r>
          </a:p>
        </p:txBody>
      </p:sp>
      <p:sp>
        <p:nvSpPr>
          <p:cNvPr id="7" name="Rectangle 6" descr="Lenovo deep smarter gradient, &quot;Passion&quot; combines deep reds and purples">
            <a:extLst>
              <a:ext uri="{FF2B5EF4-FFF2-40B4-BE49-F238E27FC236}">
                <a16:creationId xmlns:a16="http://schemas.microsoft.com/office/drawing/2014/main" id="{94F8B3B0-8952-4C84-84EC-EDDA7F61AAD9}"/>
              </a:ext>
            </a:extLst>
          </p:cNvPr>
          <p:cNvSpPr/>
          <p:nvPr/>
        </p:nvSpPr>
        <p:spPr>
          <a:xfrm>
            <a:off x="3175299" y="5154030"/>
            <a:ext cx="1336681" cy="596354"/>
          </a:xfrm>
          <a:prstGeom prst="rect">
            <a:avLst/>
          </a:prstGeo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prstClr val="white"/>
                </a:solidFill>
              </a:rPr>
              <a:t>Passion</a:t>
            </a:r>
          </a:p>
        </p:txBody>
      </p:sp>
      <p:sp>
        <p:nvSpPr>
          <p:cNvPr id="53" name="Rectangle 52" descr="Lenovo pale smarter gradient, &quot;Wonder&quot; combines pale reds, purples and blue">
            <a:extLst>
              <a:ext uri="{FF2B5EF4-FFF2-40B4-BE49-F238E27FC236}">
                <a16:creationId xmlns:a16="http://schemas.microsoft.com/office/drawing/2014/main" id="{A8206FDE-319C-8F14-E4A5-B1CCF19E52D7}"/>
              </a:ext>
            </a:extLst>
          </p:cNvPr>
          <p:cNvSpPr/>
          <p:nvPr/>
        </p:nvSpPr>
        <p:spPr>
          <a:xfrm>
            <a:off x="10085256" y="5154030"/>
            <a:ext cx="1336681" cy="596354"/>
          </a:xfrm>
          <a:prstGeom prst="rect">
            <a:avLst/>
          </a:prstGeom>
          <a:gradFill>
            <a:gsLst>
              <a:gs pos="21000">
                <a:srgbClr val="FBD3CC">
                  <a:lumMod val="55000"/>
                  <a:lumOff val="45000"/>
                </a:srgbClr>
              </a:gs>
              <a:gs pos="0">
                <a:srgbClr val="FEF2E8">
                  <a:lumMod val="80000"/>
                  <a:lumOff val="20000"/>
                </a:srgbClr>
              </a:gs>
              <a:gs pos="65000">
                <a:srgbClr val="F5EAF3"/>
              </a:gs>
              <a:gs pos="50000">
                <a:srgbClr val="FAF3F8">
                  <a:lumMod val="97000"/>
                </a:srgbClr>
              </a:gs>
              <a:gs pos="95000">
                <a:srgbClr val="A7B6D3">
                  <a:lumMod val="60000"/>
                  <a:lumOff val="4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Creative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A42EA09-A715-3434-3BBC-FA89AD20892D}"/>
              </a:ext>
            </a:extLst>
          </p:cNvPr>
          <p:cNvCxnSpPr>
            <a:cxnSpLocks/>
          </p:cNvCxnSpPr>
          <p:nvPr/>
        </p:nvCxnSpPr>
        <p:spPr>
          <a:xfrm>
            <a:off x="760412" y="4742096"/>
            <a:ext cx="1067104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13362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BB58-F12F-4CA2-83E1-74E85AE7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for light slides</a:t>
            </a:r>
          </a:p>
        </p:txBody>
      </p:sp>
      <p:sp>
        <p:nvSpPr>
          <p:cNvPr id="22" name="Rectangle 21" descr="Purple containing box with the words: Use deep and bold colors that contrast with the white background">
            <a:extLst>
              <a:ext uri="{FF2B5EF4-FFF2-40B4-BE49-F238E27FC236}">
                <a16:creationId xmlns:a16="http://schemas.microsoft.com/office/drawing/2014/main" id="{4829435B-1564-42B5-BB71-E2A6EA18364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60412" y="2100960"/>
            <a:ext cx="5214599" cy="1385202"/>
          </a:xfrm>
          <a:prstGeom prst="rect">
            <a:avLst/>
          </a:prstGeom>
          <a:solidFill>
            <a:srgbClr val="9F2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2000"/>
              <a:t>Use deep and bold colors that contrast with the white background</a:t>
            </a:r>
          </a:p>
        </p:txBody>
      </p:sp>
      <p:sp>
        <p:nvSpPr>
          <p:cNvPr id="31" name="Rectangle 30" descr="Black containing box with the words: Avoid the paler tones that do not allow enough contrast with the white background">
            <a:extLst>
              <a:ext uri="{FF2B5EF4-FFF2-40B4-BE49-F238E27FC236}">
                <a16:creationId xmlns:a16="http://schemas.microsoft.com/office/drawing/2014/main" id="{F83651B2-F4E3-4616-A0CF-99D4988E0D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60412" y="3655449"/>
            <a:ext cx="5214599" cy="13852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2000"/>
              <a:t>Avoid the paler tones that do not allow enough contrast with the white background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EA0391-D037-56DB-F8B0-244A64506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68" name="Group 167" descr="Lenovo theme colors that should not be used on a light background.">
            <a:extLst>
              <a:ext uri="{FF2B5EF4-FFF2-40B4-BE49-F238E27FC236}">
                <a16:creationId xmlns:a16="http://schemas.microsoft.com/office/drawing/2014/main" id="{9A5C30BD-B821-8467-6699-0BE276F92125}"/>
              </a:ext>
            </a:extLst>
          </p:cNvPr>
          <p:cNvGrpSpPr/>
          <p:nvPr/>
        </p:nvGrpSpPr>
        <p:grpSpPr>
          <a:xfrm>
            <a:off x="6347012" y="1694194"/>
            <a:ext cx="4948517" cy="3753223"/>
            <a:chOff x="6347012" y="1954306"/>
            <a:chExt cx="4948517" cy="3753223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2E5547B2-5B5D-7CF4-9B60-C9522BC584C0}"/>
                </a:ext>
              </a:extLst>
            </p:cNvPr>
            <p:cNvGrpSpPr/>
            <p:nvPr/>
          </p:nvGrpSpPr>
          <p:grpSpPr>
            <a:xfrm>
              <a:off x="6640365" y="3549216"/>
              <a:ext cx="339254" cy="1693254"/>
              <a:chOff x="6915765" y="3573780"/>
              <a:chExt cx="304800" cy="1521289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55FF79-2428-095A-95E2-7D2E559C39F9}"/>
                  </a:ext>
                </a:extLst>
              </p:cNvPr>
              <p:cNvSpPr/>
              <p:nvPr/>
            </p:nvSpPr>
            <p:spPr>
              <a:xfrm>
                <a:off x="6915765" y="3573780"/>
                <a:ext cx="304800" cy="304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CE23CEE-AC02-5680-B416-EE6AF838F1BA}"/>
                  </a:ext>
                </a:extLst>
              </p:cNvPr>
              <p:cNvSpPr/>
              <p:nvPr/>
            </p:nvSpPr>
            <p:spPr>
              <a:xfrm>
                <a:off x="6915765" y="3878580"/>
                <a:ext cx="304800" cy="3048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57BDF1A-43DA-003B-D439-ADD383EC31EA}"/>
                  </a:ext>
                </a:extLst>
              </p:cNvPr>
              <p:cNvSpPr/>
              <p:nvPr/>
            </p:nvSpPr>
            <p:spPr>
              <a:xfrm>
                <a:off x="6915765" y="4183380"/>
                <a:ext cx="304800" cy="3048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A6A4F4-1CDB-55BD-DD30-74E4F87357E1}"/>
                  </a:ext>
                </a:extLst>
              </p:cNvPr>
              <p:cNvSpPr/>
              <p:nvPr/>
            </p:nvSpPr>
            <p:spPr>
              <a:xfrm>
                <a:off x="6915765" y="4485469"/>
                <a:ext cx="304800" cy="304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C496203-3535-1140-6C0D-58FEC2D2474F}"/>
                  </a:ext>
                </a:extLst>
              </p:cNvPr>
              <p:cNvSpPr/>
              <p:nvPr/>
            </p:nvSpPr>
            <p:spPr>
              <a:xfrm>
                <a:off x="6915765" y="4790269"/>
                <a:ext cx="304800" cy="3048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B29E317A-AA76-CE99-D6FC-B8149D09CA29}"/>
                </a:ext>
              </a:extLst>
            </p:cNvPr>
            <p:cNvGrpSpPr/>
            <p:nvPr/>
          </p:nvGrpSpPr>
          <p:grpSpPr>
            <a:xfrm>
              <a:off x="7087316" y="3549216"/>
              <a:ext cx="339254" cy="1696271"/>
              <a:chOff x="7310100" y="3573780"/>
              <a:chExt cx="304800" cy="1524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5E9F57-734D-5F37-334C-88A0743144D7}"/>
                  </a:ext>
                </a:extLst>
              </p:cNvPr>
              <p:cNvSpPr/>
              <p:nvPr/>
            </p:nvSpPr>
            <p:spPr>
              <a:xfrm>
                <a:off x="7310100" y="3573780"/>
                <a:ext cx="304800" cy="3048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27FF1E-163D-626B-C619-EA6BC243E05F}"/>
                  </a:ext>
                </a:extLst>
              </p:cNvPr>
              <p:cNvSpPr/>
              <p:nvPr/>
            </p:nvSpPr>
            <p:spPr>
              <a:xfrm>
                <a:off x="7310100" y="3878580"/>
                <a:ext cx="304800" cy="3048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7037247-F8E9-5B80-C493-1D561F29516E}"/>
                  </a:ext>
                </a:extLst>
              </p:cNvPr>
              <p:cNvSpPr/>
              <p:nvPr/>
            </p:nvSpPr>
            <p:spPr>
              <a:xfrm>
                <a:off x="7310100" y="4183380"/>
                <a:ext cx="304800" cy="3048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99621DC-4D99-D925-307D-4406C55568A3}"/>
                  </a:ext>
                </a:extLst>
              </p:cNvPr>
              <p:cNvSpPr/>
              <p:nvPr/>
            </p:nvSpPr>
            <p:spPr>
              <a:xfrm>
                <a:off x="7310100" y="4488180"/>
                <a:ext cx="304800" cy="3048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F4731A1-F77E-C6B9-9C6D-6126CE9E88C1}"/>
                  </a:ext>
                </a:extLst>
              </p:cNvPr>
              <p:cNvSpPr/>
              <p:nvPr/>
            </p:nvSpPr>
            <p:spPr>
              <a:xfrm>
                <a:off x="7310100" y="4792980"/>
                <a:ext cx="304800" cy="304800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551E9B1C-5A1D-79AD-C6EE-0E3D5A0C1479}"/>
                </a:ext>
              </a:extLst>
            </p:cNvPr>
            <p:cNvGrpSpPr/>
            <p:nvPr/>
          </p:nvGrpSpPr>
          <p:grpSpPr>
            <a:xfrm>
              <a:off x="7534267" y="3549216"/>
              <a:ext cx="339254" cy="1696271"/>
              <a:chOff x="7704435" y="3573780"/>
              <a:chExt cx="304800" cy="1524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4EEA8A2-68CA-93FC-8FE1-795A3196A8DA}"/>
                  </a:ext>
                </a:extLst>
              </p:cNvPr>
              <p:cNvSpPr/>
              <p:nvPr/>
            </p:nvSpPr>
            <p:spPr>
              <a:xfrm>
                <a:off x="7704435" y="3573780"/>
                <a:ext cx="304800" cy="30480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9140779-0C1E-7004-8E59-6480A979F906}"/>
                  </a:ext>
                </a:extLst>
              </p:cNvPr>
              <p:cNvSpPr/>
              <p:nvPr/>
            </p:nvSpPr>
            <p:spPr>
              <a:xfrm>
                <a:off x="7704435" y="3878580"/>
                <a:ext cx="304800" cy="304800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4F0ECE6-E5BA-350B-7CB4-3F033118DA6B}"/>
                  </a:ext>
                </a:extLst>
              </p:cNvPr>
              <p:cNvSpPr/>
              <p:nvPr/>
            </p:nvSpPr>
            <p:spPr>
              <a:xfrm>
                <a:off x="7704435" y="4183380"/>
                <a:ext cx="304800" cy="304800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634FF0E-21DA-9820-C0F6-FE1E5517847E}"/>
                  </a:ext>
                </a:extLst>
              </p:cNvPr>
              <p:cNvSpPr/>
              <p:nvPr/>
            </p:nvSpPr>
            <p:spPr>
              <a:xfrm>
                <a:off x="7704435" y="4488180"/>
                <a:ext cx="304800" cy="3048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78521C-1F97-98B0-CAAE-041B063064A9}"/>
                  </a:ext>
                </a:extLst>
              </p:cNvPr>
              <p:cNvSpPr/>
              <p:nvPr/>
            </p:nvSpPr>
            <p:spPr>
              <a:xfrm>
                <a:off x="7704435" y="4792980"/>
                <a:ext cx="304800" cy="3048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4089F01D-A8AD-3931-F4E9-3C688CFB27BC}"/>
                </a:ext>
              </a:extLst>
            </p:cNvPr>
            <p:cNvGrpSpPr/>
            <p:nvPr/>
          </p:nvGrpSpPr>
          <p:grpSpPr>
            <a:xfrm>
              <a:off x="7981217" y="3549216"/>
              <a:ext cx="339254" cy="1696271"/>
              <a:chOff x="8112105" y="3573780"/>
              <a:chExt cx="304800" cy="15240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1397BAB-C546-F5E2-7A2F-5E32D0091192}"/>
                  </a:ext>
                </a:extLst>
              </p:cNvPr>
              <p:cNvSpPr/>
              <p:nvPr/>
            </p:nvSpPr>
            <p:spPr>
              <a:xfrm>
                <a:off x="8112105" y="3573780"/>
                <a:ext cx="304800" cy="3048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D195F13-C965-DECE-6BB2-0ABAF0F60F44}"/>
                  </a:ext>
                </a:extLst>
              </p:cNvPr>
              <p:cNvSpPr/>
              <p:nvPr/>
            </p:nvSpPr>
            <p:spPr>
              <a:xfrm>
                <a:off x="8112105" y="3878580"/>
                <a:ext cx="304800" cy="30480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256FE5F-000A-C54D-0C7F-2A3ECA7E3B4C}"/>
                  </a:ext>
                </a:extLst>
              </p:cNvPr>
              <p:cNvSpPr/>
              <p:nvPr/>
            </p:nvSpPr>
            <p:spPr>
              <a:xfrm>
                <a:off x="8112105" y="4183380"/>
                <a:ext cx="304800" cy="3048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47D5BF9-FE92-0A70-C63E-675116AF19C4}"/>
                  </a:ext>
                </a:extLst>
              </p:cNvPr>
              <p:cNvSpPr/>
              <p:nvPr/>
            </p:nvSpPr>
            <p:spPr>
              <a:xfrm>
                <a:off x="8112105" y="4488180"/>
                <a:ext cx="304800" cy="3048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695F7DF-0686-4319-D417-1163AB38267E}"/>
                  </a:ext>
                </a:extLst>
              </p:cNvPr>
              <p:cNvSpPr/>
              <p:nvPr/>
            </p:nvSpPr>
            <p:spPr>
              <a:xfrm>
                <a:off x="8112105" y="4792980"/>
                <a:ext cx="304800" cy="30480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802A1A50-824E-5F98-BAA5-E367CFEC556F}"/>
                </a:ext>
              </a:extLst>
            </p:cNvPr>
            <p:cNvGrpSpPr/>
            <p:nvPr/>
          </p:nvGrpSpPr>
          <p:grpSpPr>
            <a:xfrm>
              <a:off x="8428168" y="3549216"/>
              <a:ext cx="339254" cy="1696271"/>
              <a:chOff x="8519775" y="3573780"/>
              <a:chExt cx="304800" cy="1524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3C7689D-6F28-7647-B2A2-D381C568AEF0}"/>
                  </a:ext>
                </a:extLst>
              </p:cNvPr>
              <p:cNvSpPr/>
              <p:nvPr/>
            </p:nvSpPr>
            <p:spPr>
              <a:xfrm>
                <a:off x="8519775" y="3573780"/>
                <a:ext cx="3048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5814678-AF65-0CA0-855A-0F0679C3A93C}"/>
                  </a:ext>
                </a:extLst>
              </p:cNvPr>
              <p:cNvSpPr/>
              <p:nvPr/>
            </p:nvSpPr>
            <p:spPr>
              <a:xfrm>
                <a:off x="8519775" y="3878580"/>
                <a:ext cx="3048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F5809A3-DE2C-409B-EFB4-E6EED4EC5A45}"/>
                  </a:ext>
                </a:extLst>
              </p:cNvPr>
              <p:cNvSpPr/>
              <p:nvPr/>
            </p:nvSpPr>
            <p:spPr>
              <a:xfrm>
                <a:off x="8519775" y="4183380"/>
                <a:ext cx="304800" cy="3048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86B0512-171F-CE97-DDDD-7DB8D9A22D04}"/>
                  </a:ext>
                </a:extLst>
              </p:cNvPr>
              <p:cNvSpPr/>
              <p:nvPr/>
            </p:nvSpPr>
            <p:spPr>
              <a:xfrm>
                <a:off x="8519775" y="4488180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86AA5C0-EBDF-2CF3-E683-573FE5EDCF64}"/>
                  </a:ext>
                </a:extLst>
              </p:cNvPr>
              <p:cNvSpPr/>
              <p:nvPr/>
            </p:nvSpPr>
            <p:spPr>
              <a:xfrm>
                <a:off x="8519775" y="4792980"/>
                <a:ext cx="304800" cy="3048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7FAFA9A5-9255-6C12-E441-5389F75E0BA9}"/>
                </a:ext>
              </a:extLst>
            </p:cNvPr>
            <p:cNvGrpSpPr/>
            <p:nvPr/>
          </p:nvGrpSpPr>
          <p:grpSpPr>
            <a:xfrm>
              <a:off x="8875119" y="3549216"/>
              <a:ext cx="339254" cy="1696271"/>
              <a:chOff x="8922502" y="3573780"/>
              <a:chExt cx="304800" cy="15240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0512295-7256-E555-100E-939228563306}"/>
                  </a:ext>
                </a:extLst>
              </p:cNvPr>
              <p:cNvSpPr/>
              <p:nvPr/>
            </p:nvSpPr>
            <p:spPr>
              <a:xfrm>
                <a:off x="8922502" y="3573780"/>
                <a:ext cx="304800" cy="304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EE51602-7F2F-A9D0-3D60-00B396FB663F}"/>
                  </a:ext>
                </a:extLst>
              </p:cNvPr>
              <p:cNvSpPr/>
              <p:nvPr/>
            </p:nvSpPr>
            <p:spPr>
              <a:xfrm>
                <a:off x="8922502" y="3878580"/>
                <a:ext cx="3048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7EAC4EB-C705-8594-ABA9-E4A5F48EE9AC}"/>
                  </a:ext>
                </a:extLst>
              </p:cNvPr>
              <p:cNvSpPr/>
              <p:nvPr/>
            </p:nvSpPr>
            <p:spPr>
              <a:xfrm>
                <a:off x="8922502" y="418338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6C67710-3C4A-0868-B9CD-34A47AA661F1}"/>
                  </a:ext>
                </a:extLst>
              </p:cNvPr>
              <p:cNvSpPr/>
              <p:nvPr/>
            </p:nvSpPr>
            <p:spPr>
              <a:xfrm>
                <a:off x="8922502" y="4488180"/>
                <a:ext cx="304800" cy="3048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93CA4138-4656-ACEE-F226-BD582D80982D}"/>
                  </a:ext>
                </a:extLst>
              </p:cNvPr>
              <p:cNvSpPr/>
              <p:nvPr/>
            </p:nvSpPr>
            <p:spPr>
              <a:xfrm>
                <a:off x="8922502" y="4792980"/>
                <a:ext cx="304800" cy="30480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0FE1D2C1-4AB4-218A-784D-CCC277665116}"/>
                </a:ext>
              </a:extLst>
            </p:cNvPr>
            <p:cNvGrpSpPr/>
            <p:nvPr/>
          </p:nvGrpSpPr>
          <p:grpSpPr>
            <a:xfrm>
              <a:off x="9322070" y="3549216"/>
              <a:ext cx="339254" cy="1696271"/>
              <a:chOff x="9325229" y="3573780"/>
              <a:chExt cx="304800" cy="152400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8283C95C-E779-0090-1987-2B42EF8BC0CD}"/>
                  </a:ext>
                </a:extLst>
              </p:cNvPr>
              <p:cNvSpPr/>
              <p:nvPr/>
            </p:nvSpPr>
            <p:spPr>
              <a:xfrm>
                <a:off x="9325229" y="3573780"/>
                <a:ext cx="304800" cy="304800"/>
              </a:xfrm>
              <a:prstGeom prst="rect">
                <a:avLst/>
              </a:prstGeom>
              <a:solidFill>
                <a:schemeClr val="accent3">
                  <a:lumMod val="9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F51DDFC-BAEE-7051-642D-92D59064E4BD}"/>
                  </a:ext>
                </a:extLst>
              </p:cNvPr>
              <p:cNvSpPr/>
              <p:nvPr/>
            </p:nvSpPr>
            <p:spPr>
              <a:xfrm>
                <a:off x="9325229" y="3878580"/>
                <a:ext cx="304800" cy="3048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FFC40A7-9009-2B2A-2053-8DD7B2D68EEC}"/>
                  </a:ext>
                </a:extLst>
              </p:cNvPr>
              <p:cNvSpPr/>
              <p:nvPr/>
            </p:nvSpPr>
            <p:spPr>
              <a:xfrm>
                <a:off x="9325229" y="4183380"/>
                <a:ext cx="304800" cy="30480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59E530D-656A-4ECE-0165-B14C1CD0E529}"/>
                  </a:ext>
                </a:extLst>
              </p:cNvPr>
              <p:cNvSpPr/>
              <p:nvPr/>
            </p:nvSpPr>
            <p:spPr>
              <a:xfrm>
                <a:off x="9325229" y="4488180"/>
                <a:ext cx="304800" cy="304800"/>
              </a:xfrm>
              <a:prstGeom prst="rect">
                <a:avLst/>
              </a:prstGeom>
              <a:solidFill>
                <a:schemeClr val="accent3">
                  <a:lumMod val="2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445BE8C-E118-0BCC-C3F9-A66E6ADE74A4}"/>
                  </a:ext>
                </a:extLst>
              </p:cNvPr>
              <p:cNvSpPr/>
              <p:nvPr/>
            </p:nvSpPr>
            <p:spPr>
              <a:xfrm>
                <a:off x="9325229" y="4792980"/>
                <a:ext cx="304800" cy="304800"/>
              </a:xfrm>
              <a:prstGeom prst="rect">
                <a:avLst/>
              </a:prstGeom>
              <a:solidFill>
                <a:schemeClr val="accent3">
                  <a:lumMod val="1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642D0D8E-B1F4-EE21-2A98-172E74158904}"/>
                </a:ext>
              </a:extLst>
            </p:cNvPr>
            <p:cNvGrpSpPr/>
            <p:nvPr/>
          </p:nvGrpSpPr>
          <p:grpSpPr>
            <a:xfrm>
              <a:off x="9769020" y="3549216"/>
              <a:ext cx="339254" cy="1696271"/>
              <a:chOff x="9728404" y="3573780"/>
              <a:chExt cx="304800" cy="152400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3346550-DAA6-1109-E2B6-28BC93687456}"/>
                  </a:ext>
                </a:extLst>
              </p:cNvPr>
              <p:cNvSpPr/>
              <p:nvPr/>
            </p:nvSpPr>
            <p:spPr>
              <a:xfrm>
                <a:off x="9728404" y="3573780"/>
                <a:ext cx="304800" cy="304800"/>
              </a:xfrm>
              <a:prstGeom prst="rect">
                <a:avLst/>
              </a:prstGeom>
              <a:solidFill>
                <a:schemeClr val="accent4">
                  <a:lumMod val="10000"/>
                  <a:lumOff val="9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9F43C23-7D72-A08F-E7D8-56A4A7250BC5}"/>
                  </a:ext>
                </a:extLst>
              </p:cNvPr>
              <p:cNvSpPr/>
              <p:nvPr/>
            </p:nvSpPr>
            <p:spPr>
              <a:xfrm>
                <a:off x="9728404" y="3878580"/>
                <a:ext cx="304800" cy="304800"/>
              </a:xfrm>
              <a:prstGeom prst="rect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8B8D5F3-A1ED-2F12-4FE2-DBD554E8C264}"/>
                  </a:ext>
                </a:extLst>
              </p:cNvPr>
              <p:cNvSpPr/>
              <p:nvPr/>
            </p:nvSpPr>
            <p:spPr>
              <a:xfrm>
                <a:off x="9728404" y="4183380"/>
                <a:ext cx="304800" cy="304800"/>
              </a:xfrm>
              <a:prstGeom prst="rect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C619C5C-48CA-4052-689E-BFA20AADBB41}"/>
                  </a:ext>
                </a:extLst>
              </p:cNvPr>
              <p:cNvSpPr/>
              <p:nvPr/>
            </p:nvSpPr>
            <p:spPr>
              <a:xfrm>
                <a:off x="9728404" y="4488180"/>
                <a:ext cx="304800" cy="304800"/>
              </a:xfrm>
              <a:prstGeom prst="rect">
                <a:avLst/>
              </a:prstGeom>
              <a:solidFill>
                <a:schemeClr val="accent4">
                  <a:lumMod val="75000"/>
                  <a:lumOff val="2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B5144AD-5551-5FD8-2297-CFFD70C74AE6}"/>
                  </a:ext>
                </a:extLst>
              </p:cNvPr>
              <p:cNvSpPr/>
              <p:nvPr/>
            </p:nvSpPr>
            <p:spPr>
              <a:xfrm>
                <a:off x="9728404" y="4792980"/>
                <a:ext cx="304800" cy="304800"/>
              </a:xfrm>
              <a:prstGeom prst="rect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E412E71E-1ABB-3685-9F3D-2C9E1E210C44}"/>
                </a:ext>
              </a:extLst>
            </p:cNvPr>
            <p:cNvGrpSpPr/>
            <p:nvPr/>
          </p:nvGrpSpPr>
          <p:grpSpPr>
            <a:xfrm>
              <a:off x="10215971" y="3549216"/>
              <a:ext cx="339254" cy="1696271"/>
              <a:chOff x="10131579" y="3573780"/>
              <a:chExt cx="304800" cy="15240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ED98C8FC-830A-68DD-3412-1DCA1D562657}"/>
                  </a:ext>
                </a:extLst>
              </p:cNvPr>
              <p:cNvSpPr/>
              <p:nvPr/>
            </p:nvSpPr>
            <p:spPr>
              <a:xfrm>
                <a:off x="10131579" y="3573780"/>
                <a:ext cx="304800" cy="304800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A9798D0-062A-68A6-A395-E970F8A67328}"/>
                  </a:ext>
                </a:extLst>
              </p:cNvPr>
              <p:cNvSpPr/>
              <p:nvPr/>
            </p:nvSpPr>
            <p:spPr>
              <a:xfrm>
                <a:off x="10131579" y="3878580"/>
                <a:ext cx="304800" cy="3048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DC6B077-A006-215C-3C63-AECC49C057C1}"/>
                  </a:ext>
                </a:extLst>
              </p:cNvPr>
              <p:cNvSpPr/>
              <p:nvPr/>
            </p:nvSpPr>
            <p:spPr>
              <a:xfrm>
                <a:off x="10131579" y="4183380"/>
                <a:ext cx="304800" cy="3048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7E0FFA3-514B-F348-38BC-36B0F27904E0}"/>
                  </a:ext>
                </a:extLst>
              </p:cNvPr>
              <p:cNvSpPr/>
              <p:nvPr/>
            </p:nvSpPr>
            <p:spPr>
              <a:xfrm>
                <a:off x="10131579" y="4488180"/>
                <a:ext cx="304800" cy="304800"/>
              </a:xfrm>
              <a:prstGeom prst="rect">
                <a:avLst/>
              </a:prstGeom>
              <a:solidFill>
                <a:schemeClr val="accent5">
                  <a:lumMod val="2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A17514B-37E8-4007-3EC7-37B4737A5AFE}"/>
                  </a:ext>
                </a:extLst>
              </p:cNvPr>
              <p:cNvSpPr/>
              <p:nvPr/>
            </p:nvSpPr>
            <p:spPr>
              <a:xfrm>
                <a:off x="10131579" y="4792980"/>
                <a:ext cx="304800" cy="304800"/>
              </a:xfrm>
              <a:prstGeom prst="rect">
                <a:avLst/>
              </a:prstGeom>
              <a:solidFill>
                <a:schemeClr val="accent5">
                  <a:lumMod val="1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5936900F-47C6-3CC1-4C09-B7016A5B3DAB}"/>
                </a:ext>
              </a:extLst>
            </p:cNvPr>
            <p:cNvGrpSpPr/>
            <p:nvPr/>
          </p:nvGrpSpPr>
          <p:grpSpPr>
            <a:xfrm>
              <a:off x="10662922" y="3549216"/>
              <a:ext cx="339254" cy="1696271"/>
              <a:chOff x="10529796" y="3573780"/>
              <a:chExt cx="304800" cy="152400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CBA0A4D-E646-8206-3D8E-CDCCAB5C1380}"/>
                  </a:ext>
                </a:extLst>
              </p:cNvPr>
              <p:cNvSpPr/>
              <p:nvPr/>
            </p:nvSpPr>
            <p:spPr>
              <a:xfrm>
                <a:off x="10529796" y="3573780"/>
                <a:ext cx="304800" cy="304800"/>
              </a:xfrm>
              <a:prstGeom prst="rect">
                <a:avLst/>
              </a:prstGeom>
              <a:solidFill>
                <a:schemeClr val="accent6">
                  <a:lumMod val="10000"/>
                  <a:lumOff val="9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785CADF-EDCF-F0BE-EEA5-B7930CCD6214}"/>
                  </a:ext>
                </a:extLst>
              </p:cNvPr>
              <p:cNvSpPr/>
              <p:nvPr/>
            </p:nvSpPr>
            <p:spPr>
              <a:xfrm>
                <a:off x="10529796" y="3878580"/>
                <a:ext cx="304800" cy="304800"/>
              </a:xfrm>
              <a:prstGeom prst="rect">
                <a:avLst/>
              </a:prstGeom>
              <a:solidFill>
                <a:schemeClr val="accent6">
                  <a:lumMod val="25000"/>
                  <a:lumOff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1809B7B-9E45-1E76-39CC-1293E10C4C93}"/>
                  </a:ext>
                </a:extLst>
              </p:cNvPr>
              <p:cNvSpPr/>
              <p:nvPr/>
            </p:nvSpPr>
            <p:spPr>
              <a:xfrm>
                <a:off x="10529796" y="4183380"/>
                <a:ext cx="304800" cy="304800"/>
              </a:xfrm>
              <a:prstGeom prst="rect">
                <a:avLst/>
              </a:prstGeom>
              <a:solidFill>
                <a:schemeClr val="accent6">
                  <a:lumMod val="50000"/>
                  <a:lumOff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90FCB8D-738F-E49F-21CA-C75C49E4291C}"/>
                  </a:ext>
                </a:extLst>
              </p:cNvPr>
              <p:cNvSpPr/>
              <p:nvPr/>
            </p:nvSpPr>
            <p:spPr>
              <a:xfrm>
                <a:off x="10529796" y="4488180"/>
                <a:ext cx="304800" cy="304800"/>
              </a:xfrm>
              <a:prstGeom prst="rect">
                <a:avLst/>
              </a:prstGeom>
              <a:solidFill>
                <a:schemeClr val="accent6">
                  <a:lumMod val="75000"/>
                  <a:lumOff val="2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8A93560-BF95-0D8C-F064-70CDEFD414E4}"/>
                  </a:ext>
                </a:extLst>
              </p:cNvPr>
              <p:cNvSpPr/>
              <p:nvPr/>
            </p:nvSpPr>
            <p:spPr>
              <a:xfrm>
                <a:off x="10529796" y="4792980"/>
                <a:ext cx="304800" cy="304800"/>
              </a:xfrm>
              <a:prstGeom prst="rect">
                <a:avLst/>
              </a:prstGeom>
              <a:solidFill>
                <a:schemeClr val="accent6">
                  <a:lumMod val="90000"/>
                  <a:lumOff val="1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80C5B64-79EB-0D88-585D-AA798E63D54D}"/>
                </a:ext>
              </a:extLst>
            </p:cNvPr>
            <p:cNvSpPr/>
            <p:nvPr/>
          </p:nvSpPr>
          <p:spPr>
            <a:xfrm>
              <a:off x="6640365" y="2873725"/>
              <a:ext cx="339254" cy="33925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CA6C940-52A7-2B4B-7996-1410A647502B}"/>
                </a:ext>
              </a:extLst>
            </p:cNvPr>
            <p:cNvSpPr/>
            <p:nvPr/>
          </p:nvSpPr>
          <p:spPr>
            <a:xfrm>
              <a:off x="7087316" y="2873725"/>
              <a:ext cx="339254" cy="339254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0AFC54B-AA30-7F23-40FB-881F79758458}"/>
                </a:ext>
              </a:extLst>
            </p:cNvPr>
            <p:cNvSpPr/>
            <p:nvPr/>
          </p:nvSpPr>
          <p:spPr>
            <a:xfrm>
              <a:off x="7534267" y="2873725"/>
              <a:ext cx="339254" cy="33925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50A8A1C0-7A29-7CF1-715C-882F7036C150}"/>
                </a:ext>
              </a:extLst>
            </p:cNvPr>
            <p:cNvSpPr/>
            <p:nvPr/>
          </p:nvSpPr>
          <p:spPr>
            <a:xfrm>
              <a:off x="7981217" y="2873725"/>
              <a:ext cx="339254" cy="33925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FDD7168-C073-4E97-8C1F-B41670A6DB6B}"/>
                </a:ext>
              </a:extLst>
            </p:cNvPr>
            <p:cNvSpPr/>
            <p:nvPr/>
          </p:nvSpPr>
          <p:spPr>
            <a:xfrm>
              <a:off x="8428168" y="2873725"/>
              <a:ext cx="339254" cy="3392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2DEA8EF-B8D4-A9A3-7041-A08FBBEB9F46}"/>
                </a:ext>
              </a:extLst>
            </p:cNvPr>
            <p:cNvSpPr/>
            <p:nvPr/>
          </p:nvSpPr>
          <p:spPr>
            <a:xfrm>
              <a:off x="8875119" y="2873725"/>
              <a:ext cx="339254" cy="33925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5250B52-3346-0AEE-CB86-A5D17B5C527A}"/>
                </a:ext>
              </a:extLst>
            </p:cNvPr>
            <p:cNvSpPr/>
            <p:nvPr/>
          </p:nvSpPr>
          <p:spPr>
            <a:xfrm>
              <a:off x="9322070" y="2873725"/>
              <a:ext cx="339254" cy="339254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F36F900-BB29-3919-43A2-DED65C8021C0}"/>
                </a:ext>
              </a:extLst>
            </p:cNvPr>
            <p:cNvSpPr/>
            <p:nvPr/>
          </p:nvSpPr>
          <p:spPr>
            <a:xfrm>
              <a:off x="9769020" y="2873725"/>
              <a:ext cx="339254" cy="339254"/>
            </a:xfrm>
            <a:prstGeom prst="rect">
              <a:avLst/>
            </a:prstGeom>
            <a:solidFill>
              <a:schemeClr val="accent4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CD532C2-FE11-9A5A-2C86-45392A9211AE}"/>
                </a:ext>
              </a:extLst>
            </p:cNvPr>
            <p:cNvSpPr/>
            <p:nvPr/>
          </p:nvSpPr>
          <p:spPr>
            <a:xfrm>
              <a:off x="10215971" y="2873725"/>
              <a:ext cx="339254" cy="339254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E6CAEC8-9FD4-420E-07C0-BBB477FCF230}"/>
                </a:ext>
              </a:extLst>
            </p:cNvPr>
            <p:cNvSpPr/>
            <p:nvPr/>
          </p:nvSpPr>
          <p:spPr>
            <a:xfrm>
              <a:off x="10662922" y="2873725"/>
              <a:ext cx="339254" cy="339254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125" name="Title 1">
              <a:extLst>
                <a:ext uri="{FF2B5EF4-FFF2-40B4-BE49-F238E27FC236}">
                  <a16:creationId xmlns:a16="http://schemas.microsoft.com/office/drawing/2014/main" id="{4C248B53-0B05-239F-607B-FF91BEF148C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6640365" y="2381264"/>
              <a:ext cx="4361811" cy="418576"/>
            </a:xfrm>
            <a:prstGeom prst="rect">
              <a:avLst/>
            </a:prstGeom>
          </p:spPr>
          <p:txBody>
            <a:bodyPr wrap="square" lIns="0" tIns="0" rIns="0" bIns="0" anchor="t" anchorCtr="0">
              <a:noAutofit/>
            </a:bodyPr>
            <a:lstStyle>
              <a:lvl1pPr marL="0" algn="l" defTabSz="1218987" rtl="0" eaLnBrk="1" latinLnBrk="0" hangingPunct="1">
                <a:lnSpc>
                  <a:spcPct val="85000"/>
                </a:lnSpc>
                <a:spcBef>
                  <a:spcPct val="0"/>
                </a:spcBef>
                <a:buNone/>
                <a:tabLst>
                  <a:tab pos="1218987" algn="l"/>
                </a:tabLst>
                <a:defRPr lang="en-US" sz="3200" b="1" kern="1200" cap="none" spc="-150" baseline="0" dirty="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</a:lstStyle>
            <a:p>
              <a:r>
                <a:rPr lang="en-US" sz="2400"/>
                <a:t>Theme colors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8F64BDE-C86F-CD3C-02B0-D53BBF749417}"/>
                </a:ext>
              </a:extLst>
            </p:cNvPr>
            <p:cNvSpPr/>
            <p:nvPr/>
          </p:nvSpPr>
          <p:spPr>
            <a:xfrm>
              <a:off x="6347012" y="1954306"/>
              <a:ext cx="4948517" cy="3753223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pic>
          <p:nvPicPr>
            <p:cNvPr id="137" name="Graphic 136">
              <a:extLst>
                <a:ext uri="{FF2B5EF4-FFF2-40B4-BE49-F238E27FC236}">
                  <a16:creationId xmlns:a16="http://schemas.microsoft.com/office/drawing/2014/main" id="{47AA09CC-046D-F345-0E25-65476FD35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27021" y="2914446"/>
              <a:ext cx="257811" cy="257811"/>
            </a:xfrm>
            <a:prstGeom prst="rect">
              <a:avLst/>
            </a:prstGeom>
          </p:spPr>
        </p:pic>
        <p:pic>
          <p:nvPicPr>
            <p:cNvPr id="138" name="Graphic 137">
              <a:extLst>
                <a:ext uri="{FF2B5EF4-FFF2-40B4-BE49-F238E27FC236}">
                  <a16:creationId xmlns:a16="http://schemas.microsoft.com/office/drawing/2014/main" id="{ABB12D6C-4ED5-412C-7379-19B361ED0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1086" y="2914446"/>
              <a:ext cx="257811" cy="257811"/>
            </a:xfrm>
            <a:prstGeom prst="rect">
              <a:avLst/>
            </a:prstGeom>
          </p:spPr>
        </p:pic>
        <p:pic>
          <p:nvPicPr>
            <p:cNvPr id="139" name="Graphic 138">
              <a:extLst>
                <a:ext uri="{FF2B5EF4-FFF2-40B4-BE49-F238E27FC236}">
                  <a16:creationId xmlns:a16="http://schemas.microsoft.com/office/drawing/2014/main" id="{88CF40D3-2AE6-8BD6-99B6-616C9B33C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64361" y="2914446"/>
              <a:ext cx="257811" cy="257811"/>
            </a:xfrm>
            <a:prstGeom prst="rect">
              <a:avLst/>
            </a:prstGeom>
          </p:spPr>
        </p:pic>
        <p:pic>
          <p:nvPicPr>
            <p:cNvPr id="140" name="Graphic 139">
              <a:extLst>
                <a:ext uri="{FF2B5EF4-FFF2-40B4-BE49-F238E27FC236}">
                  <a16:creationId xmlns:a16="http://schemas.microsoft.com/office/drawing/2014/main" id="{922A47A3-C96C-26AC-1327-E58565AE7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56693" y="2914446"/>
              <a:ext cx="257811" cy="257811"/>
            </a:xfrm>
            <a:prstGeom prst="rect">
              <a:avLst/>
            </a:prstGeom>
          </p:spPr>
        </p:pic>
        <p:pic>
          <p:nvPicPr>
            <p:cNvPr id="141" name="Graphic 140">
              <a:extLst>
                <a:ext uri="{FF2B5EF4-FFF2-40B4-BE49-F238E27FC236}">
                  <a16:creationId xmlns:a16="http://schemas.microsoft.com/office/drawing/2014/main" id="{0B7A1DDB-780E-AE74-5F06-73BAF38DA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56693" y="3581834"/>
              <a:ext cx="257811" cy="257811"/>
            </a:xfrm>
            <a:prstGeom prst="rect">
              <a:avLst/>
            </a:prstGeom>
          </p:spPr>
        </p:pic>
        <p:pic>
          <p:nvPicPr>
            <p:cNvPr id="142" name="Graphic 141">
              <a:extLst>
                <a:ext uri="{FF2B5EF4-FFF2-40B4-BE49-F238E27FC236}">
                  <a16:creationId xmlns:a16="http://schemas.microsoft.com/office/drawing/2014/main" id="{D332B87F-1D47-A358-EEDF-2744061EC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56693" y="3927569"/>
              <a:ext cx="257811" cy="257811"/>
            </a:xfrm>
            <a:prstGeom prst="rect">
              <a:avLst/>
            </a:prstGeom>
          </p:spPr>
        </p:pic>
        <p:pic>
          <p:nvPicPr>
            <p:cNvPr id="143" name="Graphic 142">
              <a:extLst>
                <a:ext uri="{FF2B5EF4-FFF2-40B4-BE49-F238E27FC236}">
                  <a16:creationId xmlns:a16="http://schemas.microsoft.com/office/drawing/2014/main" id="{4B34F546-33CF-EF7B-8DC3-FD460A4A2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03644" y="3581834"/>
              <a:ext cx="257811" cy="257811"/>
            </a:xfrm>
            <a:prstGeom prst="rect">
              <a:avLst/>
            </a:prstGeom>
          </p:spPr>
        </p:pic>
        <p:pic>
          <p:nvPicPr>
            <p:cNvPr id="144" name="Graphic 143">
              <a:extLst>
                <a:ext uri="{FF2B5EF4-FFF2-40B4-BE49-F238E27FC236}">
                  <a16:creationId xmlns:a16="http://schemas.microsoft.com/office/drawing/2014/main" id="{E261111F-C737-CF7E-CC5B-FE351E010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03644" y="3927569"/>
              <a:ext cx="257811" cy="257811"/>
            </a:xfrm>
            <a:prstGeom prst="rect">
              <a:avLst/>
            </a:prstGeom>
          </p:spPr>
        </p:pic>
        <p:pic>
          <p:nvPicPr>
            <p:cNvPr id="145" name="Graphic 144">
              <a:extLst>
                <a:ext uri="{FF2B5EF4-FFF2-40B4-BE49-F238E27FC236}">
                  <a16:creationId xmlns:a16="http://schemas.microsoft.com/office/drawing/2014/main" id="{9617666C-040C-C37B-7218-73F353984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09742" y="3581834"/>
              <a:ext cx="257811" cy="257811"/>
            </a:xfrm>
            <a:prstGeom prst="rect">
              <a:avLst/>
            </a:prstGeom>
          </p:spPr>
        </p:pic>
        <p:pic>
          <p:nvPicPr>
            <p:cNvPr id="146" name="Graphic 145">
              <a:extLst>
                <a:ext uri="{FF2B5EF4-FFF2-40B4-BE49-F238E27FC236}">
                  <a16:creationId xmlns:a16="http://schemas.microsoft.com/office/drawing/2014/main" id="{9BBE9C2D-9933-EF62-A948-E99092D77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09742" y="3927569"/>
              <a:ext cx="257811" cy="257811"/>
            </a:xfrm>
            <a:prstGeom prst="rect">
              <a:avLst/>
            </a:prstGeom>
          </p:spPr>
        </p:pic>
        <p:pic>
          <p:nvPicPr>
            <p:cNvPr id="147" name="Graphic 146">
              <a:extLst>
                <a:ext uri="{FF2B5EF4-FFF2-40B4-BE49-F238E27FC236}">
                  <a16:creationId xmlns:a16="http://schemas.microsoft.com/office/drawing/2014/main" id="{8EA25619-E112-4597-81AC-BE028A00E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09742" y="4276549"/>
              <a:ext cx="257811" cy="257811"/>
            </a:xfrm>
            <a:prstGeom prst="rect">
              <a:avLst/>
            </a:prstGeom>
          </p:spPr>
        </p:pic>
        <p:pic>
          <p:nvPicPr>
            <p:cNvPr id="148" name="Graphic 147">
              <a:extLst>
                <a:ext uri="{FF2B5EF4-FFF2-40B4-BE49-F238E27FC236}">
                  <a16:creationId xmlns:a16="http://schemas.microsoft.com/office/drawing/2014/main" id="{269546C6-0937-576B-C155-E61B819A7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64361" y="3581834"/>
              <a:ext cx="257811" cy="257811"/>
            </a:xfrm>
            <a:prstGeom prst="rect">
              <a:avLst/>
            </a:prstGeom>
          </p:spPr>
        </p:pic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564CB158-6D0E-B879-F323-3385A62BB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64361" y="3927569"/>
              <a:ext cx="257811" cy="257811"/>
            </a:xfrm>
            <a:prstGeom prst="rect">
              <a:avLst/>
            </a:prstGeom>
          </p:spPr>
        </p:pic>
        <p:pic>
          <p:nvPicPr>
            <p:cNvPr id="150" name="Graphic 149">
              <a:extLst>
                <a:ext uri="{FF2B5EF4-FFF2-40B4-BE49-F238E27FC236}">
                  <a16:creationId xmlns:a16="http://schemas.microsoft.com/office/drawing/2014/main" id="{71155552-0828-98F3-70DE-490A13CF8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16383" y="3581834"/>
              <a:ext cx="257811" cy="257811"/>
            </a:xfrm>
            <a:prstGeom prst="rect">
              <a:avLst/>
            </a:prstGeom>
          </p:spPr>
        </p:pic>
        <p:pic>
          <p:nvPicPr>
            <p:cNvPr id="151" name="Graphic 150">
              <a:extLst>
                <a:ext uri="{FF2B5EF4-FFF2-40B4-BE49-F238E27FC236}">
                  <a16:creationId xmlns:a16="http://schemas.microsoft.com/office/drawing/2014/main" id="{B386EBBE-E232-6724-C10D-7436B8090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16383" y="3927569"/>
              <a:ext cx="257811" cy="257811"/>
            </a:xfrm>
            <a:prstGeom prst="rect">
              <a:avLst/>
            </a:prstGeom>
          </p:spPr>
        </p:pic>
        <p:pic>
          <p:nvPicPr>
            <p:cNvPr id="152" name="Graphic 151">
              <a:extLst>
                <a:ext uri="{FF2B5EF4-FFF2-40B4-BE49-F238E27FC236}">
                  <a16:creationId xmlns:a16="http://schemas.microsoft.com/office/drawing/2014/main" id="{551F8D65-2F64-A06B-6F23-41D4D2FE3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16383" y="4276549"/>
              <a:ext cx="257811" cy="257811"/>
            </a:xfrm>
            <a:prstGeom prst="rect">
              <a:avLst/>
            </a:prstGeom>
          </p:spPr>
        </p:pic>
        <p:pic>
          <p:nvPicPr>
            <p:cNvPr id="153" name="Graphic 152">
              <a:extLst>
                <a:ext uri="{FF2B5EF4-FFF2-40B4-BE49-F238E27FC236}">
                  <a16:creationId xmlns:a16="http://schemas.microsoft.com/office/drawing/2014/main" id="{D3E7B748-830D-E726-B836-3FE8CF644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69383" y="3581834"/>
              <a:ext cx="257811" cy="257811"/>
            </a:xfrm>
            <a:prstGeom prst="rect">
              <a:avLst/>
            </a:prstGeom>
          </p:spPr>
        </p:pic>
        <p:pic>
          <p:nvPicPr>
            <p:cNvPr id="154" name="Graphic 153">
              <a:extLst>
                <a:ext uri="{FF2B5EF4-FFF2-40B4-BE49-F238E27FC236}">
                  <a16:creationId xmlns:a16="http://schemas.microsoft.com/office/drawing/2014/main" id="{60E0A4B5-153F-E583-87D2-C6B63C443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69383" y="3927569"/>
              <a:ext cx="257811" cy="257811"/>
            </a:xfrm>
            <a:prstGeom prst="rect">
              <a:avLst/>
            </a:prstGeom>
          </p:spPr>
        </p:pic>
        <p:pic>
          <p:nvPicPr>
            <p:cNvPr id="155" name="Graphic 154">
              <a:extLst>
                <a:ext uri="{FF2B5EF4-FFF2-40B4-BE49-F238E27FC236}">
                  <a16:creationId xmlns:a16="http://schemas.microsoft.com/office/drawing/2014/main" id="{EB779415-4A6C-BAE3-7BA7-B96B58BCF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69383" y="4276549"/>
              <a:ext cx="257811" cy="257811"/>
            </a:xfrm>
            <a:prstGeom prst="rect">
              <a:avLst/>
            </a:prstGeom>
          </p:spPr>
        </p:pic>
        <p:pic>
          <p:nvPicPr>
            <p:cNvPr id="156" name="Graphic 155">
              <a:extLst>
                <a:ext uri="{FF2B5EF4-FFF2-40B4-BE49-F238E27FC236}">
                  <a16:creationId xmlns:a16="http://schemas.microsoft.com/office/drawing/2014/main" id="{C6AAA0B2-598A-40EC-1929-85FBB52B2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21251" y="3581834"/>
              <a:ext cx="257811" cy="257811"/>
            </a:xfrm>
            <a:prstGeom prst="rect">
              <a:avLst/>
            </a:prstGeom>
          </p:spPr>
        </p:pic>
        <p:pic>
          <p:nvPicPr>
            <p:cNvPr id="157" name="Graphic 156">
              <a:extLst>
                <a:ext uri="{FF2B5EF4-FFF2-40B4-BE49-F238E27FC236}">
                  <a16:creationId xmlns:a16="http://schemas.microsoft.com/office/drawing/2014/main" id="{FA7E1A7D-8A6C-27EB-E433-88E7AD24F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21251" y="3927569"/>
              <a:ext cx="257811" cy="257811"/>
            </a:xfrm>
            <a:prstGeom prst="rect">
              <a:avLst/>
            </a:prstGeom>
          </p:spPr>
        </p:pic>
        <p:pic>
          <p:nvPicPr>
            <p:cNvPr id="158" name="Graphic 157">
              <a:extLst>
                <a:ext uri="{FF2B5EF4-FFF2-40B4-BE49-F238E27FC236}">
                  <a16:creationId xmlns:a16="http://schemas.microsoft.com/office/drawing/2014/main" id="{E135365D-F421-2E57-F9A6-EA8C214B5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21251" y="4276549"/>
              <a:ext cx="257811" cy="257811"/>
            </a:xfrm>
            <a:prstGeom prst="rect">
              <a:avLst/>
            </a:prstGeom>
          </p:spPr>
        </p:pic>
        <p:pic>
          <p:nvPicPr>
            <p:cNvPr id="159" name="Graphic 158">
              <a:extLst>
                <a:ext uri="{FF2B5EF4-FFF2-40B4-BE49-F238E27FC236}">
                  <a16:creationId xmlns:a16="http://schemas.microsoft.com/office/drawing/2014/main" id="{964AADA1-5BAA-80B9-5D64-C4B53E3A6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74988" y="3581834"/>
              <a:ext cx="257811" cy="257811"/>
            </a:xfrm>
            <a:prstGeom prst="rect">
              <a:avLst/>
            </a:prstGeom>
          </p:spPr>
        </p:pic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FD7A4047-122F-EAF9-E4B6-51C2E6D0A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74988" y="3927569"/>
              <a:ext cx="257811" cy="257811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59D9B66E-5740-C869-CBCD-3D18DD6ED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74988" y="4276549"/>
              <a:ext cx="257811" cy="257811"/>
            </a:xfrm>
            <a:prstGeom prst="rect">
              <a:avLst/>
            </a:prstGeom>
          </p:spPr>
        </p:pic>
        <p:pic>
          <p:nvPicPr>
            <p:cNvPr id="162" name="Graphic 161">
              <a:extLst>
                <a:ext uri="{FF2B5EF4-FFF2-40B4-BE49-F238E27FC236}">
                  <a16:creationId xmlns:a16="http://schemas.microsoft.com/office/drawing/2014/main" id="{025028E1-04C6-05D4-2246-B078E26B8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4308" y="3581834"/>
              <a:ext cx="257811" cy="257811"/>
            </a:xfrm>
            <a:prstGeom prst="rect">
              <a:avLst/>
            </a:prstGeom>
          </p:spPr>
        </p:pic>
        <p:pic>
          <p:nvPicPr>
            <p:cNvPr id="163" name="Graphic 162">
              <a:extLst>
                <a:ext uri="{FF2B5EF4-FFF2-40B4-BE49-F238E27FC236}">
                  <a16:creationId xmlns:a16="http://schemas.microsoft.com/office/drawing/2014/main" id="{2EF7165E-A0AF-6E9A-7A68-2A8EB0630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4308" y="3927569"/>
              <a:ext cx="257811" cy="257811"/>
            </a:xfrm>
            <a:prstGeom prst="rect">
              <a:avLst/>
            </a:prstGeom>
          </p:spPr>
        </p:pic>
        <p:pic>
          <p:nvPicPr>
            <p:cNvPr id="164" name="Graphic 163">
              <a:extLst>
                <a:ext uri="{FF2B5EF4-FFF2-40B4-BE49-F238E27FC236}">
                  <a16:creationId xmlns:a16="http://schemas.microsoft.com/office/drawing/2014/main" id="{F71C944C-AFD1-89E8-F70C-1F914742E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4308" y="4276549"/>
              <a:ext cx="257811" cy="257811"/>
            </a:xfrm>
            <a:prstGeom prst="rect">
              <a:avLst/>
            </a:prstGeom>
          </p:spPr>
        </p:pic>
        <p:pic>
          <p:nvPicPr>
            <p:cNvPr id="165" name="Graphic 164">
              <a:extLst>
                <a:ext uri="{FF2B5EF4-FFF2-40B4-BE49-F238E27FC236}">
                  <a16:creationId xmlns:a16="http://schemas.microsoft.com/office/drawing/2014/main" id="{3341795E-43D9-34B4-9736-D241DC37D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23672" y="3581834"/>
              <a:ext cx="257811" cy="257811"/>
            </a:xfrm>
            <a:prstGeom prst="rect">
              <a:avLst/>
            </a:prstGeom>
          </p:spPr>
        </p:pic>
        <p:pic>
          <p:nvPicPr>
            <p:cNvPr id="166" name="Graphic 165">
              <a:extLst>
                <a:ext uri="{FF2B5EF4-FFF2-40B4-BE49-F238E27FC236}">
                  <a16:creationId xmlns:a16="http://schemas.microsoft.com/office/drawing/2014/main" id="{313C80E6-DD69-F395-EE0F-A2B54535F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4308" y="4605467"/>
              <a:ext cx="257811" cy="257811"/>
            </a:xfrm>
            <a:prstGeom prst="rect">
              <a:avLst/>
            </a:prstGeom>
          </p:spPr>
        </p:pic>
        <p:pic>
          <p:nvPicPr>
            <p:cNvPr id="167" name="Graphic 166">
              <a:extLst>
                <a:ext uri="{FF2B5EF4-FFF2-40B4-BE49-F238E27FC236}">
                  <a16:creationId xmlns:a16="http://schemas.microsoft.com/office/drawing/2014/main" id="{26109658-297E-AEF2-DBFF-C35A28D57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4308" y="4954447"/>
              <a:ext cx="257811" cy="2578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990965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BB58-F12F-4CA2-83E1-74E85AE7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for dark slides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DAA6A8-5819-C9B6-CF94-EF79EFC66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5" descr="Purple containing box with the words: Use deep and bold colors that contrast with the white background">
            <a:extLst>
              <a:ext uri="{FF2B5EF4-FFF2-40B4-BE49-F238E27FC236}">
                <a16:creationId xmlns:a16="http://schemas.microsoft.com/office/drawing/2014/main" id="{21C2E153-98F6-B97D-94AF-0A8EEE6B98A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60412" y="2100960"/>
            <a:ext cx="5214599" cy="1385202"/>
          </a:xfrm>
          <a:prstGeom prst="rect">
            <a:avLst/>
          </a:prstGeom>
          <a:solidFill>
            <a:srgbClr val="9F2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Use light and bold colors that contrast 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with the dark background</a:t>
            </a:r>
          </a:p>
        </p:txBody>
      </p:sp>
      <p:sp>
        <p:nvSpPr>
          <p:cNvPr id="7" name="Rectangle 6" descr="Black containing box with the words: Avoid the paler tones that do not allow enough contrast with the white background">
            <a:extLst>
              <a:ext uri="{FF2B5EF4-FFF2-40B4-BE49-F238E27FC236}">
                <a16:creationId xmlns:a16="http://schemas.microsoft.com/office/drawing/2014/main" id="{000D5D4A-16A9-804C-2812-83937566F3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60412" y="3655449"/>
            <a:ext cx="5214599" cy="13852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Avoid the darker tones that do not allow enough contrast </a:t>
            </a:r>
            <a:r>
              <a:rPr lang="en-US" sz="2000"/>
              <a:t>with the dark background</a:t>
            </a:r>
            <a:endParaRPr lang="en-US" sz="2000">
              <a:solidFill>
                <a:schemeClr val="bg1"/>
              </a:solidFill>
            </a:endParaRPr>
          </a:p>
        </p:txBody>
      </p:sp>
      <p:grpSp>
        <p:nvGrpSpPr>
          <p:cNvPr id="200" name="Group 199" descr="Lenovo theme colors that should not be used on a dark background.">
            <a:extLst>
              <a:ext uri="{FF2B5EF4-FFF2-40B4-BE49-F238E27FC236}">
                <a16:creationId xmlns:a16="http://schemas.microsoft.com/office/drawing/2014/main" id="{C1A62A05-F9CC-6394-370E-FAF2013FAF74}"/>
              </a:ext>
            </a:extLst>
          </p:cNvPr>
          <p:cNvGrpSpPr/>
          <p:nvPr/>
        </p:nvGrpSpPr>
        <p:grpSpPr>
          <a:xfrm>
            <a:off x="6347012" y="1694194"/>
            <a:ext cx="4948517" cy="3753223"/>
            <a:chOff x="6347012" y="1694194"/>
            <a:chExt cx="4948517" cy="375322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19CA1E-A5E4-3A1F-0616-8D99931A42DE}"/>
                </a:ext>
              </a:extLst>
            </p:cNvPr>
            <p:cNvSpPr/>
            <p:nvPr/>
          </p:nvSpPr>
          <p:spPr>
            <a:xfrm>
              <a:off x="6347012" y="1694194"/>
              <a:ext cx="4948517" cy="37532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3DC4980-484A-529A-4BAE-8E01F94D5AB9}"/>
                </a:ext>
              </a:extLst>
            </p:cNvPr>
            <p:cNvGrpSpPr/>
            <p:nvPr/>
          </p:nvGrpSpPr>
          <p:grpSpPr>
            <a:xfrm>
              <a:off x="6640365" y="3289104"/>
              <a:ext cx="339254" cy="1693254"/>
              <a:chOff x="6915765" y="3573780"/>
              <a:chExt cx="304800" cy="1521289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D5851B8-7330-2D96-FD1E-B5AD5FDCCD16}"/>
                  </a:ext>
                </a:extLst>
              </p:cNvPr>
              <p:cNvSpPr/>
              <p:nvPr/>
            </p:nvSpPr>
            <p:spPr>
              <a:xfrm>
                <a:off x="6915765" y="3573780"/>
                <a:ext cx="304800" cy="304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541ECA90-99B8-4A56-F51E-E0177CA763E7}"/>
                  </a:ext>
                </a:extLst>
              </p:cNvPr>
              <p:cNvSpPr/>
              <p:nvPr/>
            </p:nvSpPr>
            <p:spPr>
              <a:xfrm>
                <a:off x="6915765" y="3878580"/>
                <a:ext cx="304800" cy="3048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7A3E985B-B24C-AD6F-5580-600D2F174394}"/>
                  </a:ext>
                </a:extLst>
              </p:cNvPr>
              <p:cNvSpPr/>
              <p:nvPr/>
            </p:nvSpPr>
            <p:spPr>
              <a:xfrm>
                <a:off x="6915765" y="4183380"/>
                <a:ext cx="304800" cy="3048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69F55A6D-88EF-C5F6-DDEB-CFD2E17075CB}"/>
                  </a:ext>
                </a:extLst>
              </p:cNvPr>
              <p:cNvSpPr/>
              <p:nvPr/>
            </p:nvSpPr>
            <p:spPr>
              <a:xfrm>
                <a:off x="6915765" y="4485469"/>
                <a:ext cx="304800" cy="304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490B75B-DED8-A954-8157-F7C267114B62}"/>
                  </a:ext>
                </a:extLst>
              </p:cNvPr>
              <p:cNvSpPr/>
              <p:nvPr/>
            </p:nvSpPr>
            <p:spPr>
              <a:xfrm>
                <a:off x="6915765" y="4790269"/>
                <a:ext cx="304800" cy="3048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CB38CE8-A356-3E76-5D7B-1E7D485330B5}"/>
                </a:ext>
              </a:extLst>
            </p:cNvPr>
            <p:cNvGrpSpPr/>
            <p:nvPr/>
          </p:nvGrpSpPr>
          <p:grpSpPr>
            <a:xfrm>
              <a:off x="7087316" y="3289104"/>
              <a:ext cx="339254" cy="1696271"/>
              <a:chOff x="7310100" y="3573780"/>
              <a:chExt cx="304800" cy="152400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94274412-A6BB-32F9-8909-1FFD8EEE0946}"/>
                  </a:ext>
                </a:extLst>
              </p:cNvPr>
              <p:cNvSpPr/>
              <p:nvPr/>
            </p:nvSpPr>
            <p:spPr>
              <a:xfrm>
                <a:off x="7310100" y="3573780"/>
                <a:ext cx="304800" cy="3048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E4D5B2CB-5693-7B69-90C7-7977FB933962}"/>
                  </a:ext>
                </a:extLst>
              </p:cNvPr>
              <p:cNvSpPr/>
              <p:nvPr/>
            </p:nvSpPr>
            <p:spPr>
              <a:xfrm>
                <a:off x="7310100" y="3878580"/>
                <a:ext cx="304800" cy="3048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D544565A-9E17-3C85-638C-6D40B8E99032}"/>
                  </a:ext>
                </a:extLst>
              </p:cNvPr>
              <p:cNvSpPr/>
              <p:nvPr/>
            </p:nvSpPr>
            <p:spPr>
              <a:xfrm>
                <a:off x="7310100" y="4183380"/>
                <a:ext cx="304800" cy="3048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6E98D1F6-F310-8CB3-3AFD-5F3CAE5AAD35}"/>
                  </a:ext>
                </a:extLst>
              </p:cNvPr>
              <p:cNvSpPr/>
              <p:nvPr/>
            </p:nvSpPr>
            <p:spPr>
              <a:xfrm>
                <a:off x="7310100" y="4488180"/>
                <a:ext cx="304800" cy="3048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14B5CC21-2CA0-BA9B-E170-3F6F1AF5FF03}"/>
                  </a:ext>
                </a:extLst>
              </p:cNvPr>
              <p:cNvSpPr/>
              <p:nvPr/>
            </p:nvSpPr>
            <p:spPr>
              <a:xfrm>
                <a:off x="7310100" y="4792980"/>
                <a:ext cx="304800" cy="304800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286A46E-DF7A-3C49-6674-04BB3A4BB9B4}"/>
                </a:ext>
              </a:extLst>
            </p:cNvPr>
            <p:cNvGrpSpPr/>
            <p:nvPr/>
          </p:nvGrpSpPr>
          <p:grpSpPr>
            <a:xfrm>
              <a:off x="7534267" y="3289104"/>
              <a:ext cx="339254" cy="1696271"/>
              <a:chOff x="7704435" y="3573780"/>
              <a:chExt cx="304800" cy="1524000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B4C9DA71-0318-C731-A4AB-78D9AFD894D0}"/>
                  </a:ext>
                </a:extLst>
              </p:cNvPr>
              <p:cNvSpPr/>
              <p:nvPr/>
            </p:nvSpPr>
            <p:spPr>
              <a:xfrm>
                <a:off x="7704435" y="3573780"/>
                <a:ext cx="304800" cy="30480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1C5E875A-B380-01E4-0711-115F4E2D8767}"/>
                  </a:ext>
                </a:extLst>
              </p:cNvPr>
              <p:cNvSpPr/>
              <p:nvPr/>
            </p:nvSpPr>
            <p:spPr>
              <a:xfrm>
                <a:off x="7704435" y="3878580"/>
                <a:ext cx="304800" cy="304800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0001B899-6769-6B41-6759-1B1110FD8913}"/>
                  </a:ext>
                </a:extLst>
              </p:cNvPr>
              <p:cNvSpPr/>
              <p:nvPr/>
            </p:nvSpPr>
            <p:spPr>
              <a:xfrm>
                <a:off x="7704435" y="4183380"/>
                <a:ext cx="304800" cy="304800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70AD0218-75DC-F7DA-419F-1B97174167EC}"/>
                  </a:ext>
                </a:extLst>
              </p:cNvPr>
              <p:cNvSpPr/>
              <p:nvPr/>
            </p:nvSpPr>
            <p:spPr>
              <a:xfrm>
                <a:off x="7704435" y="4488180"/>
                <a:ext cx="304800" cy="3048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19BB65A9-6E25-6B4C-6984-E6B406E55E32}"/>
                  </a:ext>
                </a:extLst>
              </p:cNvPr>
              <p:cNvSpPr/>
              <p:nvPr/>
            </p:nvSpPr>
            <p:spPr>
              <a:xfrm>
                <a:off x="7704435" y="4792980"/>
                <a:ext cx="304800" cy="3048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A840CE1-AC2E-A8F5-D2D0-9B6A75689F5B}"/>
                </a:ext>
              </a:extLst>
            </p:cNvPr>
            <p:cNvGrpSpPr/>
            <p:nvPr/>
          </p:nvGrpSpPr>
          <p:grpSpPr>
            <a:xfrm>
              <a:off x="7981217" y="3289104"/>
              <a:ext cx="339254" cy="1696271"/>
              <a:chOff x="8112105" y="3573780"/>
              <a:chExt cx="304800" cy="1524000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6251C316-9035-463A-4690-ACB00DDA7B49}"/>
                  </a:ext>
                </a:extLst>
              </p:cNvPr>
              <p:cNvSpPr/>
              <p:nvPr/>
            </p:nvSpPr>
            <p:spPr>
              <a:xfrm>
                <a:off x="8112105" y="3573780"/>
                <a:ext cx="304800" cy="3048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2B1A6986-BB76-C749-ED93-B521C0CB7F04}"/>
                  </a:ext>
                </a:extLst>
              </p:cNvPr>
              <p:cNvSpPr/>
              <p:nvPr/>
            </p:nvSpPr>
            <p:spPr>
              <a:xfrm>
                <a:off x="8112105" y="3878580"/>
                <a:ext cx="304800" cy="30480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01F029A2-FC14-216C-3C2D-5EDF26B5CC50}"/>
                  </a:ext>
                </a:extLst>
              </p:cNvPr>
              <p:cNvSpPr/>
              <p:nvPr/>
            </p:nvSpPr>
            <p:spPr>
              <a:xfrm>
                <a:off x="8112105" y="4183380"/>
                <a:ext cx="304800" cy="3048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A07B84F9-8E03-C76C-574A-AE072D42F007}"/>
                  </a:ext>
                </a:extLst>
              </p:cNvPr>
              <p:cNvSpPr/>
              <p:nvPr/>
            </p:nvSpPr>
            <p:spPr>
              <a:xfrm>
                <a:off x="8112105" y="4488180"/>
                <a:ext cx="304800" cy="3048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2B44762A-5AF8-B555-6BC6-6B59BBCEFAC1}"/>
                  </a:ext>
                </a:extLst>
              </p:cNvPr>
              <p:cNvSpPr/>
              <p:nvPr/>
            </p:nvSpPr>
            <p:spPr>
              <a:xfrm>
                <a:off x="8112105" y="4792980"/>
                <a:ext cx="304800" cy="30480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247AB5F-AAB4-4CF3-30B8-95F8400284BC}"/>
                </a:ext>
              </a:extLst>
            </p:cNvPr>
            <p:cNvGrpSpPr/>
            <p:nvPr/>
          </p:nvGrpSpPr>
          <p:grpSpPr>
            <a:xfrm>
              <a:off x="8428168" y="3289104"/>
              <a:ext cx="339254" cy="1696271"/>
              <a:chOff x="8519775" y="3573780"/>
              <a:chExt cx="304800" cy="1524000"/>
            </a:xfrm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3CF02800-4DC6-9397-7E9C-ECDF40847199}"/>
                  </a:ext>
                </a:extLst>
              </p:cNvPr>
              <p:cNvSpPr/>
              <p:nvPr/>
            </p:nvSpPr>
            <p:spPr>
              <a:xfrm>
                <a:off x="8519775" y="3573780"/>
                <a:ext cx="3048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6C1E75BD-7520-CF12-5F99-5D5670784F62}"/>
                  </a:ext>
                </a:extLst>
              </p:cNvPr>
              <p:cNvSpPr/>
              <p:nvPr/>
            </p:nvSpPr>
            <p:spPr>
              <a:xfrm>
                <a:off x="8519775" y="3878580"/>
                <a:ext cx="3048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8862E7B1-D10E-620E-946B-325FD9387BF4}"/>
                  </a:ext>
                </a:extLst>
              </p:cNvPr>
              <p:cNvSpPr/>
              <p:nvPr/>
            </p:nvSpPr>
            <p:spPr>
              <a:xfrm>
                <a:off x="8519775" y="4183380"/>
                <a:ext cx="304800" cy="3048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0BBD217E-E2A1-3D86-E3A9-1C12891DB3F9}"/>
                  </a:ext>
                </a:extLst>
              </p:cNvPr>
              <p:cNvSpPr/>
              <p:nvPr/>
            </p:nvSpPr>
            <p:spPr>
              <a:xfrm>
                <a:off x="8519775" y="4488180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729B0ED6-641B-FB98-8A6A-83EDBE1C44DB}"/>
                  </a:ext>
                </a:extLst>
              </p:cNvPr>
              <p:cNvSpPr/>
              <p:nvPr/>
            </p:nvSpPr>
            <p:spPr>
              <a:xfrm>
                <a:off x="8519775" y="4792980"/>
                <a:ext cx="304800" cy="3048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AD0547-B3AA-C377-FF52-315EF653B014}"/>
                </a:ext>
              </a:extLst>
            </p:cNvPr>
            <p:cNvGrpSpPr/>
            <p:nvPr/>
          </p:nvGrpSpPr>
          <p:grpSpPr>
            <a:xfrm>
              <a:off x="8875119" y="3289104"/>
              <a:ext cx="339254" cy="1696271"/>
              <a:chOff x="8922502" y="3573780"/>
              <a:chExt cx="304800" cy="1524000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5D541DA1-285E-566F-E846-658E019B835A}"/>
                  </a:ext>
                </a:extLst>
              </p:cNvPr>
              <p:cNvSpPr/>
              <p:nvPr/>
            </p:nvSpPr>
            <p:spPr>
              <a:xfrm>
                <a:off x="8922502" y="3573780"/>
                <a:ext cx="304800" cy="304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2EE75B65-4837-721D-4B79-15391315A12D}"/>
                  </a:ext>
                </a:extLst>
              </p:cNvPr>
              <p:cNvSpPr/>
              <p:nvPr/>
            </p:nvSpPr>
            <p:spPr>
              <a:xfrm>
                <a:off x="8922502" y="3878580"/>
                <a:ext cx="3048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B4F4DEB3-BD8B-BAC4-9B7E-304081336F59}"/>
                  </a:ext>
                </a:extLst>
              </p:cNvPr>
              <p:cNvSpPr/>
              <p:nvPr/>
            </p:nvSpPr>
            <p:spPr>
              <a:xfrm>
                <a:off x="8922502" y="418338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366012B5-7E27-A344-C4BA-B90668862FB6}"/>
                  </a:ext>
                </a:extLst>
              </p:cNvPr>
              <p:cNvSpPr/>
              <p:nvPr/>
            </p:nvSpPr>
            <p:spPr>
              <a:xfrm>
                <a:off x="8922502" y="4488180"/>
                <a:ext cx="304800" cy="3048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00C35BE7-2C83-268F-B4A2-C2E590619B71}"/>
                  </a:ext>
                </a:extLst>
              </p:cNvPr>
              <p:cNvSpPr/>
              <p:nvPr/>
            </p:nvSpPr>
            <p:spPr>
              <a:xfrm>
                <a:off x="8922502" y="4792980"/>
                <a:ext cx="304800" cy="30480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5A18C92-676B-6762-BF56-53D920A23FC5}"/>
                </a:ext>
              </a:extLst>
            </p:cNvPr>
            <p:cNvGrpSpPr/>
            <p:nvPr/>
          </p:nvGrpSpPr>
          <p:grpSpPr>
            <a:xfrm>
              <a:off x="9322070" y="3289104"/>
              <a:ext cx="339254" cy="1696271"/>
              <a:chOff x="9325229" y="3573780"/>
              <a:chExt cx="304800" cy="1524000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55E30782-45DB-831F-4075-16AF460C129D}"/>
                  </a:ext>
                </a:extLst>
              </p:cNvPr>
              <p:cNvSpPr/>
              <p:nvPr/>
            </p:nvSpPr>
            <p:spPr>
              <a:xfrm>
                <a:off x="9325229" y="3573780"/>
                <a:ext cx="304800" cy="304800"/>
              </a:xfrm>
              <a:prstGeom prst="rect">
                <a:avLst/>
              </a:prstGeom>
              <a:solidFill>
                <a:schemeClr val="accent3">
                  <a:lumMod val="9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02E2C13-B331-B85B-2D48-A40F090BAA2E}"/>
                  </a:ext>
                </a:extLst>
              </p:cNvPr>
              <p:cNvSpPr/>
              <p:nvPr/>
            </p:nvSpPr>
            <p:spPr>
              <a:xfrm>
                <a:off x="9325229" y="3878580"/>
                <a:ext cx="304800" cy="3048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413EB0F5-29A0-F069-0526-A5273E5D1737}"/>
                  </a:ext>
                </a:extLst>
              </p:cNvPr>
              <p:cNvSpPr/>
              <p:nvPr/>
            </p:nvSpPr>
            <p:spPr>
              <a:xfrm>
                <a:off x="9325229" y="4183380"/>
                <a:ext cx="304800" cy="30480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F289E5BB-2DF1-9D86-9BC0-90A4F6938FA4}"/>
                  </a:ext>
                </a:extLst>
              </p:cNvPr>
              <p:cNvSpPr/>
              <p:nvPr/>
            </p:nvSpPr>
            <p:spPr>
              <a:xfrm>
                <a:off x="9325229" y="4488180"/>
                <a:ext cx="304800" cy="304800"/>
              </a:xfrm>
              <a:prstGeom prst="rect">
                <a:avLst/>
              </a:prstGeom>
              <a:solidFill>
                <a:schemeClr val="accent3">
                  <a:lumMod val="2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A512ABEE-F91E-CDC5-E504-0341F1C8FDDF}"/>
                  </a:ext>
                </a:extLst>
              </p:cNvPr>
              <p:cNvSpPr/>
              <p:nvPr/>
            </p:nvSpPr>
            <p:spPr>
              <a:xfrm>
                <a:off x="9325229" y="4792980"/>
                <a:ext cx="304800" cy="304800"/>
              </a:xfrm>
              <a:prstGeom prst="rect">
                <a:avLst/>
              </a:prstGeom>
              <a:solidFill>
                <a:schemeClr val="accent3">
                  <a:lumMod val="1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DD08F5-8E05-764E-D0B8-470D53270FAC}"/>
                </a:ext>
              </a:extLst>
            </p:cNvPr>
            <p:cNvGrpSpPr/>
            <p:nvPr/>
          </p:nvGrpSpPr>
          <p:grpSpPr>
            <a:xfrm>
              <a:off x="9769020" y="3289104"/>
              <a:ext cx="339254" cy="1696271"/>
              <a:chOff x="9728404" y="3573780"/>
              <a:chExt cx="304800" cy="1524000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05D5DD47-2347-56A4-C485-749165E1CBA3}"/>
                  </a:ext>
                </a:extLst>
              </p:cNvPr>
              <p:cNvSpPr/>
              <p:nvPr/>
            </p:nvSpPr>
            <p:spPr>
              <a:xfrm>
                <a:off x="9728404" y="3573780"/>
                <a:ext cx="304800" cy="304800"/>
              </a:xfrm>
              <a:prstGeom prst="rect">
                <a:avLst/>
              </a:prstGeom>
              <a:solidFill>
                <a:schemeClr val="accent4">
                  <a:lumMod val="10000"/>
                  <a:lumOff val="9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FCFB758-31D6-0E5A-89AC-0C51313C7C0E}"/>
                  </a:ext>
                </a:extLst>
              </p:cNvPr>
              <p:cNvSpPr/>
              <p:nvPr/>
            </p:nvSpPr>
            <p:spPr>
              <a:xfrm>
                <a:off x="9728404" y="3878580"/>
                <a:ext cx="304800" cy="304800"/>
              </a:xfrm>
              <a:prstGeom prst="rect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A25713B5-0FA8-5C3E-2554-BD177DBCD12B}"/>
                  </a:ext>
                </a:extLst>
              </p:cNvPr>
              <p:cNvSpPr/>
              <p:nvPr/>
            </p:nvSpPr>
            <p:spPr>
              <a:xfrm>
                <a:off x="9728404" y="4183380"/>
                <a:ext cx="304800" cy="304800"/>
              </a:xfrm>
              <a:prstGeom prst="rect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92EB2C2F-1F11-A574-569B-30B47382AAC0}"/>
                  </a:ext>
                </a:extLst>
              </p:cNvPr>
              <p:cNvSpPr/>
              <p:nvPr/>
            </p:nvSpPr>
            <p:spPr>
              <a:xfrm>
                <a:off x="9728404" y="4488180"/>
                <a:ext cx="304800" cy="304800"/>
              </a:xfrm>
              <a:prstGeom prst="rect">
                <a:avLst/>
              </a:prstGeom>
              <a:solidFill>
                <a:schemeClr val="accent4">
                  <a:lumMod val="75000"/>
                  <a:lumOff val="2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4D351104-FD88-5C5D-E88C-01E7E871D43F}"/>
                  </a:ext>
                </a:extLst>
              </p:cNvPr>
              <p:cNvSpPr/>
              <p:nvPr/>
            </p:nvSpPr>
            <p:spPr>
              <a:xfrm>
                <a:off x="9728404" y="4792980"/>
                <a:ext cx="304800" cy="304800"/>
              </a:xfrm>
              <a:prstGeom prst="rect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D854442-70E2-49B2-79DB-19EA147610F5}"/>
                </a:ext>
              </a:extLst>
            </p:cNvPr>
            <p:cNvGrpSpPr/>
            <p:nvPr/>
          </p:nvGrpSpPr>
          <p:grpSpPr>
            <a:xfrm>
              <a:off x="10215971" y="3289104"/>
              <a:ext cx="339254" cy="1696271"/>
              <a:chOff x="10131579" y="3573780"/>
              <a:chExt cx="304800" cy="1524000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644CC037-6D0A-1C95-7590-F5148F1F796A}"/>
                  </a:ext>
                </a:extLst>
              </p:cNvPr>
              <p:cNvSpPr/>
              <p:nvPr/>
            </p:nvSpPr>
            <p:spPr>
              <a:xfrm>
                <a:off x="10131579" y="3573780"/>
                <a:ext cx="304800" cy="304800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E88EB9FA-B689-D891-5F84-D917297EB01C}"/>
                  </a:ext>
                </a:extLst>
              </p:cNvPr>
              <p:cNvSpPr/>
              <p:nvPr/>
            </p:nvSpPr>
            <p:spPr>
              <a:xfrm>
                <a:off x="10131579" y="3878580"/>
                <a:ext cx="304800" cy="304800"/>
              </a:xfrm>
              <a:prstGeom prst="rect">
                <a:avLst/>
              </a:prstGeom>
              <a:solidFill>
                <a:srgbClr val="7385D8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0F8DFA77-01CF-ABF0-19E2-B47B4F0972A2}"/>
                  </a:ext>
                </a:extLst>
              </p:cNvPr>
              <p:cNvSpPr/>
              <p:nvPr/>
            </p:nvSpPr>
            <p:spPr>
              <a:xfrm>
                <a:off x="10131579" y="4183380"/>
                <a:ext cx="304800" cy="3048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1E6AA861-59FD-7353-7432-567B207891F7}"/>
                  </a:ext>
                </a:extLst>
              </p:cNvPr>
              <p:cNvSpPr/>
              <p:nvPr/>
            </p:nvSpPr>
            <p:spPr>
              <a:xfrm>
                <a:off x="10131579" y="4488180"/>
                <a:ext cx="304800" cy="304800"/>
              </a:xfrm>
              <a:prstGeom prst="rect">
                <a:avLst/>
              </a:prstGeom>
              <a:solidFill>
                <a:schemeClr val="accent5">
                  <a:lumMod val="2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90F330BD-9455-FFE7-F8B2-AE9BB864D9E3}"/>
                  </a:ext>
                </a:extLst>
              </p:cNvPr>
              <p:cNvSpPr/>
              <p:nvPr/>
            </p:nvSpPr>
            <p:spPr>
              <a:xfrm>
                <a:off x="10131579" y="4792980"/>
                <a:ext cx="304800" cy="304800"/>
              </a:xfrm>
              <a:prstGeom prst="rect">
                <a:avLst/>
              </a:prstGeom>
              <a:solidFill>
                <a:schemeClr val="accent5">
                  <a:lumMod val="1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6B89887-CEA0-79A1-C9BC-5BF25BC68FDB}"/>
                </a:ext>
              </a:extLst>
            </p:cNvPr>
            <p:cNvGrpSpPr/>
            <p:nvPr/>
          </p:nvGrpSpPr>
          <p:grpSpPr>
            <a:xfrm>
              <a:off x="10662922" y="3289104"/>
              <a:ext cx="339254" cy="1696271"/>
              <a:chOff x="10529796" y="3573780"/>
              <a:chExt cx="304800" cy="1524000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BD9C115-1C5C-952A-43AA-AAE97E24DA1F}"/>
                  </a:ext>
                </a:extLst>
              </p:cNvPr>
              <p:cNvSpPr/>
              <p:nvPr/>
            </p:nvSpPr>
            <p:spPr>
              <a:xfrm>
                <a:off x="10529796" y="3573780"/>
                <a:ext cx="304800" cy="304800"/>
              </a:xfrm>
              <a:prstGeom prst="rect">
                <a:avLst/>
              </a:prstGeom>
              <a:solidFill>
                <a:schemeClr val="accent6">
                  <a:lumMod val="10000"/>
                  <a:lumOff val="9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4C6904B3-FE64-BE95-8DDE-0D80DB2DFFD8}"/>
                  </a:ext>
                </a:extLst>
              </p:cNvPr>
              <p:cNvSpPr/>
              <p:nvPr/>
            </p:nvSpPr>
            <p:spPr>
              <a:xfrm>
                <a:off x="10529796" y="3878580"/>
                <a:ext cx="304800" cy="304800"/>
              </a:xfrm>
              <a:prstGeom prst="rect">
                <a:avLst/>
              </a:prstGeom>
              <a:solidFill>
                <a:schemeClr val="accent6">
                  <a:lumMod val="25000"/>
                  <a:lumOff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76FEE085-6AED-1C83-32B5-95C7EBB693F3}"/>
                  </a:ext>
                </a:extLst>
              </p:cNvPr>
              <p:cNvSpPr/>
              <p:nvPr/>
            </p:nvSpPr>
            <p:spPr>
              <a:xfrm>
                <a:off x="10529796" y="4183380"/>
                <a:ext cx="304800" cy="304800"/>
              </a:xfrm>
              <a:prstGeom prst="rect">
                <a:avLst/>
              </a:prstGeom>
              <a:solidFill>
                <a:schemeClr val="accent6">
                  <a:lumMod val="50000"/>
                  <a:lumOff val="5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F088A5B1-9243-3119-0E65-BA74B1A353EF}"/>
                  </a:ext>
                </a:extLst>
              </p:cNvPr>
              <p:cNvSpPr/>
              <p:nvPr/>
            </p:nvSpPr>
            <p:spPr>
              <a:xfrm>
                <a:off x="10529796" y="4488180"/>
                <a:ext cx="304800" cy="304800"/>
              </a:xfrm>
              <a:prstGeom prst="rect">
                <a:avLst/>
              </a:prstGeom>
              <a:solidFill>
                <a:schemeClr val="accent6">
                  <a:lumMod val="75000"/>
                  <a:lumOff val="2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F1C7938-EB25-F787-3D86-4D545DEBEEAA}"/>
                  </a:ext>
                </a:extLst>
              </p:cNvPr>
              <p:cNvSpPr/>
              <p:nvPr/>
            </p:nvSpPr>
            <p:spPr>
              <a:xfrm>
                <a:off x="10529796" y="4792980"/>
                <a:ext cx="304800" cy="304800"/>
              </a:xfrm>
              <a:prstGeom prst="rect">
                <a:avLst/>
              </a:prstGeom>
              <a:solidFill>
                <a:schemeClr val="accent6">
                  <a:lumMod val="90000"/>
                  <a:lumOff val="1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t"/>
              <a:lstStyle/>
              <a:p>
                <a:pPr algn="l"/>
                <a:endParaRPr lang="en-US" sz="1600" err="1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31692C-E7F1-2D07-3988-980D392DA8F5}"/>
                </a:ext>
              </a:extLst>
            </p:cNvPr>
            <p:cNvSpPr/>
            <p:nvPr/>
          </p:nvSpPr>
          <p:spPr>
            <a:xfrm>
              <a:off x="6640365" y="2613613"/>
              <a:ext cx="339254" cy="33925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7E8482B-518A-EA0B-640D-23A759C62FBD}"/>
                </a:ext>
              </a:extLst>
            </p:cNvPr>
            <p:cNvSpPr/>
            <p:nvPr/>
          </p:nvSpPr>
          <p:spPr>
            <a:xfrm>
              <a:off x="7087316" y="2613613"/>
              <a:ext cx="339254" cy="339254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37C6A0E-59F1-AEF5-3093-BFE53686DA5B}"/>
                </a:ext>
              </a:extLst>
            </p:cNvPr>
            <p:cNvSpPr/>
            <p:nvPr/>
          </p:nvSpPr>
          <p:spPr>
            <a:xfrm>
              <a:off x="7534267" y="2613613"/>
              <a:ext cx="339254" cy="33925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25A6CD3-BF23-DD17-71B0-07EDD2623C4E}"/>
                </a:ext>
              </a:extLst>
            </p:cNvPr>
            <p:cNvSpPr/>
            <p:nvPr/>
          </p:nvSpPr>
          <p:spPr>
            <a:xfrm>
              <a:off x="7981217" y="2613613"/>
              <a:ext cx="339254" cy="33925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60CA36C-17CB-0C4C-F470-B6A0D2B6E895}"/>
                </a:ext>
              </a:extLst>
            </p:cNvPr>
            <p:cNvSpPr/>
            <p:nvPr/>
          </p:nvSpPr>
          <p:spPr>
            <a:xfrm>
              <a:off x="8428168" y="2613613"/>
              <a:ext cx="339254" cy="33925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19D3853-5577-FE79-2298-0907597BA2CF}"/>
                </a:ext>
              </a:extLst>
            </p:cNvPr>
            <p:cNvSpPr/>
            <p:nvPr/>
          </p:nvSpPr>
          <p:spPr>
            <a:xfrm>
              <a:off x="8875119" y="2613613"/>
              <a:ext cx="339254" cy="33925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B585C2-B66A-F62B-23C8-BADE962DB739}"/>
                </a:ext>
              </a:extLst>
            </p:cNvPr>
            <p:cNvSpPr/>
            <p:nvPr/>
          </p:nvSpPr>
          <p:spPr>
            <a:xfrm>
              <a:off x="9322070" y="2613613"/>
              <a:ext cx="339254" cy="339254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39E2B05-EBA0-5321-ADA6-2C96924C1A6B}"/>
                </a:ext>
              </a:extLst>
            </p:cNvPr>
            <p:cNvSpPr/>
            <p:nvPr/>
          </p:nvSpPr>
          <p:spPr>
            <a:xfrm>
              <a:off x="9769020" y="2613613"/>
              <a:ext cx="339254" cy="339254"/>
            </a:xfrm>
            <a:prstGeom prst="rect">
              <a:avLst/>
            </a:prstGeom>
            <a:solidFill>
              <a:schemeClr val="accent4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42E270-988D-B561-83F9-AA176D1597AA}"/>
                </a:ext>
              </a:extLst>
            </p:cNvPr>
            <p:cNvSpPr/>
            <p:nvPr/>
          </p:nvSpPr>
          <p:spPr>
            <a:xfrm>
              <a:off x="10215971" y="2613613"/>
              <a:ext cx="339254" cy="339254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25F0A91-4EAF-8FE6-2369-A7BF39F4CCBC}"/>
                </a:ext>
              </a:extLst>
            </p:cNvPr>
            <p:cNvSpPr/>
            <p:nvPr/>
          </p:nvSpPr>
          <p:spPr>
            <a:xfrm>
              <a:off x="10662922" y="2613613"/>
              <a:ext cx="339254" cy="339254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err="1">
                <a:solidFill>
                  <a:prstClr val="white"/>
                </a:solidFill>
              </a:endParaRPr>
            </a:p>
          </p:txBody>
        </p:sp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21CA0F43-AD77-D2EF-4FBF-796F3DF1BB3B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6640365" y="2121152"/>
              <a:ext cx="4361811" cy="418576"/>
            </a:xfrm>
            <a:prstGeom prst="rect">
              <a:avLst/>
            </a:prstGeom>
          </p:spPr>
          <p:txBody>
            <a:bodyPr wrap="square" lIns="0" tIns="0" rIns="0" bIns="0" anchor="t" anchorCtr="0">
              <a:noAutofit/>
            </a:bodyPr>
            <a:lstStyle>
              <a:lvl1pPr marL="0" algn="l" defTabSz="1218987" rtl="0" eaLnBrk="1" latinLnBrk="0" hangingPunct="1">
                <a:lnSpc>
                  <a:spcPct val="85000"/>
                </a:lnSpc>
                <a:spcBef>
                  <a:spcPct val="0"/>
                </a:spcBef>
                <a:buNone/>
                <a:tabLst>
                  <a:tab pos="1218987" algn="l"/>
                </a:tabLst>
                <a:defRPr lang="en-US" sz="3200" b="1" kern="1200" cap="none" spc="-150" baseline="0" dirty="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</a:lstStyle>
            <a:p>
              <a:r>
                <a:rPr lang="en-US" sz="2400"/>
                <a:t>Theme colors</a:t>
              </a: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EDC79EE5-C679-D638-721C-D08FA1472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23672" y="2654334"/>
              <a:ext cx="257811" cy="257811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800E218B-D28D-CE8A-1E9A-8BFAAFE78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26690" y="3667457"/>
              <a:ext cx="257811" cy="257811"/>
            </a:xfrm>
            <a:prstGeom prst="rect">
              <a:avLst/>
            </a:prstGeom>
          </p:spPr>
        </p:pic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B2E145A1-5D22-E04C-FD5C-4F4B03884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26690" y="4016437"/>
              <a:ext cx="257811" cy="257811"/>
            </a:xfrm>
            <a:prstGeom prst="rect">
              <a:avLst/>
            </a:prstGeom>
          </p:spPr>
        </p:pic>
        <p:pic>
          <p:nvPicPr>
            <p:cNvPr id="77" name="Graphic 76">
              <a:extLst>
                <a:ext uri="{FF2B5EF4-FFF2-40B4-BE49-F238E27FC236}">
                  <a16:creationId xmlns:a16="http://schemas.microsoft.com/office/drawing/2014/main" id="{7AD76B05-079E-636B-F8A5-84BC6B9B1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26690" y="4345355"/>
              <a:ext cx="257811" cy="257811"/>
            </a:xfrm>
            <a:prstGeom prst="rect">
              <a:avLst/>
            </a:prstGeom>
          </p:spPr>
        </p:pic>
        <p:pic>
          <p:nvPicPr>
            <p:cNvPr id="78" name="Graphic 77">
              <a:extLst>
                <a:ext uri="{FF2B5EF4-FFF2-40B4-BE49-F238E27FC236}">
                  <a16:creationId xmlns:a16="http://schemas.microsoft.com/office/drawing/2014/main" id="{C908D780-71EB-2C7E-9C05-85BC8EEBB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26690" y="4694335"/>
              <a:ext cx="257811" cy="257811"/>
            </a:xfrm>
            <a:prstGeom prst="rect">
              <a:avLst/>
            </a:prstGeom>
          </p:spPr>
        </p:pic>
        <p:pic>
          <p:nvPicPr>
            <p:cNvPr id="175" name="Graphic 174">
              <a:extLst>
                <a:ext uri="{FF2B5EF4-FFF2-40B4-BE49-F238E27FC236}">
                  <a16:creationId xmlns:a16="http://schemas.microsoft.com/office/drawing/2014/main" id="{F14D86A7-8545-3116-F660-61B70B937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74987" y="2654334"/>
              <a:ext cx="257811" cy="257811"/>
            </a:xfrm>
            <a:prstGeom prst="rect">
              <a:avLst/>
            </a:prstGeom>
          </p:spPr>
        </p:pic>
        <p:pic>
          <p:nvPicPr>
            <p:cNvPr id="176" name="Graphic 175">
              <a:extLst>
                <a:ext uri="{FF2B5EF4-FFF2-40B4-BE49-F238E27FC236}">
                  <a16:creationId xmlns:a16="http://schemas.microsoft.com/office/drawing/2014/main" id="{D91EDDE7-8C30-EF21-C0A1-613EF76EE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69383" y="2654334"/>
              <a:ext cx="257811" cy="257811"/>
            </a:xfrm>
            <a:prstGeom prst="rect">
              <a:avLst/>
            </a:prstGeom>
          </p:spPr>
        </p:pic>
        <p:pic>
          <p:nvPicPr>
            <p:cNvPr id="177" name="Graphic 176">
              <a:extLst>
                <a:ext uri="{FF2B5EF4-FFF2-40B4-BE49-F238E27FC236}">
                  <a16:creationId xmlns:a16="http://schemas.microsoft.com/office/drawing/2014/main" id="{0632EAED-D9DC-B996-2BA8-78ED3472E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16758" y="2654334"/>
              <a:ext cx="257811" cy="257811"/>
            </a:xfrm>
            <a:prstGeom prst="rect">
              <a:avLst/>
            </a:prstGeom>
          </p:spPr>
        </p:pic>
        <p:pic>
          <p:nvPicPr>
            <p:cNvPr id="178" name="Graphic 177">
              <a:extLst>
                <a:ext uri="{FF2B5EF4-FFF2-40B4-BE49-F238E27FC236}">
                  <a16:creationId xmlns:a16="http://schemas.microsoft.com/office/drawing/2014/main" id="{95B36496-DEF3-9513-2670-C8FF451BE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11515" y="2654334"/>
              <a:ext cx="257811" cy="257811"/>
            </a:xfrm>
            <a:prstGeom prst="rect">
              <a:avLst/>
            </a:prstGeom>
          </p:spPr>
        </p:pic>
        <p:pic>
          <p:nvPicPr>
            <p:cNvPr id="179" name="Graphic 178">
              <a:extLst>
                <a:ext uri="{FF2B5EF4-FFF2-40B4-BE49-F238E27FC236}">
                  <a16:creationId xmlns:a16="http://schemas.microsoft.com/office/drawing/2014/main" id="{2A0F8AF6-499D-414D-994A-31E2CB569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03643" y="2654334"/>
              <a:ext cx="257811" cy="257811"/>
            </a:xfrm>
            <a:prstGeom prst="rect">
              <a:avLst/>
            </a:prstGeom>
          </p:spPr>
        </p:pic>
        <p:pic>
          <p:nvPicPr>
            <p:cNvPr id="180" name="Graphic 179">
              <a:extLst>
                <a:ext uri="{FF2B5EF4-FFF2-40B4-BE49-F238E27FC236}">
                  <a16:creationId xmlns:a16="http://schemas.microsoft.com/office/drawing/2014/main" id="{62DA13BD-37D6-EF88-C76C-F5017AE75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74987" y="4345355"/>
              <a:ext cx="257811" cy="257811"/>
            </a:xfrm>
            <a:prstGeom prst="rect">
              <a:avLst/>
            </a:prstGeom>
          </p:spPr>
        </p:pic>
        <p:pic>
          <p:nvPicPr>
            <p:cNvPr id="181" name="Graphic 180">
              <a:extLst>
                <a:ext uri="{FF2B5EF4-FFF2-40B4-BE49-F238E27FC236}">
                  <a16:creationId xmlns:a16="http://schemas.microsoft.com/office/drawing/2014/main" id="{41E07D24-8CB0-581F-9E73-010FD60E2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74987" y="4694335"/>
              <a:ext cx="257811" cy="257811"/>
            </a:xfrm>
            <a:prstGeom prst="rect">
              <a:avLst/>
            </a:prstGeom>
          </p:spPr>
        </p:pic>
        <p:pic>
          <p:nvPicPr>
            <p:cNvPr id="182" name="Graphic 181">
              <a:extLst>
                <a:ext uri="{FF2B5EF4-FFF2-40B4-BE49-F238E27FC236}">
                  <a16:creationId xmlns:a16="http://schemas.microsoft.com/office/drawing/2014/main" id="{D7034F44-4282-9077-C247-937D373CB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21939" y="4345355"/>
              <a:ext cx="257811" cy="257811"/>
            </a:xfrm>
            <a:prstGeom prst="rect">
              <a:avLst/>
            </a:prstGeom>
          </p:spPr>
        </p:pic>
        <p:pic>
          <p:nvPicPr>
            <p:cNvPr id="183" name="Graphic 182">
              <a:extLst>
                <a:ext uri="{FF2B5EF4-FFF2-40B4-BE49-F238E27FC236}">
                  <a16:creationId xmlns:a16="http://schemas.microsoft.com/office/drawing/2014/main" id="{29D52DEA-66AC-335E-A52F-9EB6BF396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21939" y="4694335"/>
              <a:ext cx="257811" cy="257811"/>
            </a:xfrm>
            <a:prstGeom prst="rect">
              <a:avLst/>
            </a:prstGeom>
          </p:spPr>
        </p:pic>
        <p:pic>
          <p:nvPicPr>
            <p:cNvPr id="184" name="Graphic 183">
              <a:extLst>
                <a:ext uri="{FF2B5EF4-FFF2-40B4-BE49-F238E27FC236}">
                  <a16:creationId xmlns:a16="http://schemas.microsoft.com/office/drawing/2014/main" id="{3DD686CF-7852-4259-7FBE-B9DA2B766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68889" y="4345355"/>
              <a:ext cx="257811" cy="257811"/>
            </a:xfrm>
            <a:prstGeom prst="rect">
              <a:avLst/>
            </a:prstGeom>
          </p:spPr>
        </p:pic>
        <p:pic>
          <p:nvPicPr>
            <p:cNvPr id="185" name="Graphic 184">
              <a:extLst>
                <a:ext uri="{FF2B5EF4-FFF2-40B4-BE49-F238E27FC236}">
                  <a16:creationId xmlns:a16="http://schemas.microsoft.com/office/drawing/2014/main" id="{66380593-C162-B4E1-09D6-D294A6DDD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68889" y="4694335"/>
              <a:ext cx="257811" cy="257811"/>
            </a:xfrm>
            <a:prstGeom prst="rect">
              <a:avLst/>
            </a:prstGeom>
          </p:spPr>
        </p:pic>
        <p:pic>
          <p:nvPicPr>
            <p:cNvPr id="186" name="Graphic 185">
              <a:extLst>
                <a:ext uri="{FF2B5EF4-FFF2-40B4-BE49-F238E27FC236}">
                  <a16:creationId xmlns:a16="http://schemas.microsoft.com/office/drawing/2014/main" id="{F39251F1-6015-F7D7-6C0A-D0FEDEB7A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16758" y="4345355"/>
              <a:ext cx="257811" cy="257811"/>
            </a:xfrm>
            <a:prstGeom prst="rect">
              <a:avLst/>
            </a:prstGeom>
          </p:spPr>
        </p:pic>
        <p:pic>
          <p:nvPicPr>
            <p:cNvPr id="187" name="Graphic 186">
              <a:extLst>
                <a:ext uri="{FF2B5EF4-FFF2-40B4-BE49-F238E27FC236}">
                  <a16:creationId xmlns:a16="http://schemas.microsoft.com/office/drawing/2014/main" id="{BB937640-81A1-DFA1-B508-5917D87EF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16758" y="4694335"/>
              <a:ext cx="257811" cy="257811"/>
            </a:xfrm>
            <a:prstGeom prst="rect">
              <a:avLst/>
            </a:prstGeom>
          </p:spPr>
        </p:pic>
        <p:pic>
          <p:nvPicPr>
            <p:cNvPr id="188" name="Graphic 187">
              <a:extLst>
                <a:ext uri="{FF2B5EF4-FFF2-40B4-BE49-F238E27FC236}">
                  <a16:creationId xmlns:a16="http://schemas.microsoft.com/office/drawing/2014/main" id="{8D51AF06-344E-24BE-579C-5F7D6D8E3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11515" y="4345355"/>
              <a:ext cx="257811" cy="257811"/>
            </a:xfrm>
            <a:prstGeom prst="rect">
              <a:avLst/>
            </a:prstGeom>
          </p:spPr>
        </p:pic>
        <p:pic>
          <p:nvPicPr>
            <p:cNvPr id="189" name="Graphic 188">
              <a:extLst>
                <a:ext uri="{FF2B5EF4-FFF2-40B4-BE49-F238E27FC236}">
                  <a16:creationId xmlns:a16="http://schemas.microsoft.com/office/drawing/2014/main" id="{654AEE53-423B-D099-E435-789BE6B03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11515" y="4694335"/>
              <a:ext cx="257811" cy="257811"/>
            </a:xfrm>
            <a:prstGeom prst="rect">
              <a:avLst/>
            </a:prstGeom>
          </p:spPr>
        </p:pic>
        <p:pic>
          <p:nvPicPr>
            <p:cNvPr id="190" name="Graphic 189">
              <a:extLst>
                <a:ext uri="{FF2B5EF4-FFF2-40B4-BE49-F238E27FC236}">
                  <a16:creationId xmlns:a16="http://schemas.microsoft.com/office/drawing/2014/main" id="{82C6754B-4111-558E-7A39-D722B251C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67703" y="4016437"/>
              <a:ext cx="257811" cy="257811"/>
            </a:xfrm>
            <a:prstGeom prst="rect">
              <a:avLst/>
            </a:prstGeom>
          </p:spPr>
        </p:pic>
        <p:pic>
          <p:nvPicPr>
            <p:cNvPr id="191" name="Graphic 190">
              <a:extLst>
                <a:ext uri="{FF2B5EF4-FFF2-40B4-BE49-F238E27FC236}">
                  <a16:creationId xmlns:a16="http://schemas.microsoft.com/office/drawing/2014/main" id="{2F20CADE-069A-DE5D-1968-378E53880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67703" y="4345355"/>
              <a:ext cx="257811" cy="257811"/>
            </a:xfrm>
            <a:prstGeom prst="rect">
              <a:avLst/>
            </a:prstGeom>
          </p:spPr>
        </p:pic>
        <p:pic>
          <p:nvPicPr>
            <p:cNvPr id="192" name="Graphic 191">
              <a:extLst>
                <a:ext uri="{FF2B5EF4-FFF2-40B4-BE49-F238E27FC236}">
                  <a16:creationId xmlns:a16="http://schemas.microsoft.com/office/drawing/2014/main" id="{4A448D70-8087-AE45-5429-6B3A83A23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67703" y="4694335"/>
              <a:ext cx="257811" cy="257811"/>
            </a:xfrm>
            <a:prstGeom prst="rect">
              <a:avLst/>
            </a:prstGeom>
          </p:spPr>
        </p:pic>
        <p:pic>
          <p:nvPicPr>
            <p:cNvPr id="193" name="Graphic 192">
              <a:extLst>
                <a:ext uri="{FF2B5EF4-FFF2-40B4-BE49-F238E27FC236}">
                  <a16:creationId xmlns:a16="http://schemas.microsoft.com/office/drawing/2014/main" id="{14301648-EAA7-CA17-73F8-B33DD4FF4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58782" y="4016437"/>
              <a:ext cx="257811" cy="257811"/>
            </a:xfrm>
            <a:prstGeom prst="rect">
              <a:avLst/>
            </a:prstGeom>
          </p:spPr>
        </p:pic>
        <p:pic>
          <p:nvPicPr>
            <p:cNvPr id="194" name="Graphic 193">
              <a:extLst>
                <a:ext uri="{FF2B5EF4-FFF2-40B4-BE49-F238E27FC236}">
                  <a16:creationId xmlns:a16="http://schemas.microsoft.com/office/drawing/2014/main" id="{37D1F6D4-0D78-E2A4-E0BD-6D61CE482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58782" y="4345355"/>
              <a:ext cx="257811" cy="257811"/>
            </a:xfrm>
            <a:prstGeom prst="rect">
              <a:avLst/>
            </a:prstGeom>
          </p:spPr>
        </p:pic>
        <p:pic>
          <p:nvPicPr>
            <p:cNvPr id="195" name="Graphic 194">
              <a:extLst>
                <a:ext uri="{FF2B5EF4-FFF2-40B4-BE49-F238E27FC236}">
                  <a16:creationId xmlns:a16="http://schemas.microsoft.com/office/drawing/2014/main" id="{DAC5D941-510F-E070-661C-2BF020E0F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58782" y="4694335"/>
              <a:ext cx="257811" cy="257811"/>
            </a:xfrm>
            <a:prstGeom prst="rect">
              <a:avLst/>
            </a:prstGeom>
          </p:spPr>
        </p:pic>
        <p:pic>
          <p:nvPicPr>
            <p:cNvPr id="196" name="Graphic 195">
              <a:extLst>
                <a:ext uri="{FF2B5EF4-FFF2-40B4-BE49-F238E27FC236}">
                  <a16:creationId xmlns:a16="http://schemas.microsoft.com/office/drawing/2014/main" id="{494DFCB2-1A67-C99A-AE73-BC8DC3577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03643" y="4016437"/>
              <a:ext cx="257811" cy="257811"/>
            </a:xfrm>
            <a:prstGeom prst="rect">
              <a:avLst/>
            </a:prstGeom>
          </p:spPr>
        </p:pic>
        <p:pic>
          <p:nvPicPr>
            <p:cNvPr id="197" name="Graphic 196">
              <a:extLst>
                <a:ext uri="{FF2B5EF4-FFF2-40B4-BE49-F238E27FC236}">
                  <a16:creationId xmlns:a16="http://schemas.microsoft.com/office/drawing/2014/main" id="{2BA0FC13-0066-9A99-CD0F-D4668380A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03643" y="4345355"/>
              <a:ext cx="257811" cy="257811"/>
            </a:xfrm>
            <a:prstGeom prst="rect">
              <a:avLst/>
            </a:prstGeom>
          </p:spPr>
        </p:pic>
        <p:pic>
          <p:nvPicPr>
            <p:cNvPr id="198" name="Graphic 197">
              <a:extLst>
                <a:ext uri="{FF2B5EF4-FFF2-40B4-BE49-F238E27FC236}">
                  <a16:creationId xmlns:a16="http://schemas.microsoft.com/office/drawing/2014/main" id="{F83F2AB2-4929-6CBD-0DAA-71829D231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03643" y="4694335"/>
              <a:ext cx="257811" cy="2578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874632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3F246E-B4CD-41FC-AC06-76EDD8AEE5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885117" y="6874927"/>
            <a:ext cx="1303707" cy="183489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sz="800" dirty="0">
                <a:solidFill>
                  <a:srgbClr val="E6E6E6"/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427351197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Lenovo Master">
  <a:themeElements>
    <a:clrScheme name="OneLenovo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_Restricted-Template" id="{04642632-A1EC-4745-8792-B6C5F790D4A0}" vid="{803934CD-BBFC-440D-B942-A5EB9598BD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20" ma:contentTypeDescription="Create a new document." ma:contentTypeScope="" ma:versionID="5a4c9791647d269e61099ed5b38b8fee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a118a8ee25b37fc4423ca1cf298d40e5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fbc213cb-2322-46ee-a57c-56e573321373" xsi:nil="true"/>
  </documentManagement>
</p:properties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BD883D-D57E-4031-841C-D3F5783A4F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  <ds:schemaRef ds:uri="http://purl.org/dc/elements/1.1/"/>
    <ds:schemaRef ds:uri="fbc213cb-2322-46ee-a57c-56e573321373"/>
    <ds:schemaRef ds:uri="http://schemas.microsoft.com/sharepoint/v3"/>
    <ds:schemaRef ds:uri="b888f069-4316-4301-b40e-a42e2759f60d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24401</TotalTime>
  <Words>775</Words>
  <Application>Microsoft Office PowerPoint</Application>
  <PresentationFormat>ユーザー設定</PresentationFormat>
  <Paragraphs>133</Paragraphs>
  <Slides>11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Arial</vt:lpstr>
      <vt:lpstr>Calibri</vt:lpstr>
      <vt:lpstr>Roboto</vt:lpstr>
      <vt:lpstr>Lenovo Master</vt:lpstr>
      <vt:lpstr>Lenovo restricted presentation template </vt:lpstr>
      <vt:lpstr>Section header</vt:lpstr>
      <vt:lpstr>Slide master layouts</vt:lpstr>
      <vt:lpstr>Template best practices</vt:lpstr>
      <vt:lpstr>Installing theme files</vt:lpstr>
      <vt:lpstr>Titles are Arial, bold, 32 pt, sentence case</vt:lpstr>
      <vt:lpstr>Two column layout</vt:lpstr>
      <vt:lpstr>Color scheme</vt:lpstr>
      <vt:lpstr>Colors for light slides</vt:lpstr>
      <vt:lpstr>Colors for dark slides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Lenovo lite presentation template</dc:title>
  <dc:creator>Parker Ress</dc:creator>
  <cp:lastModifiedBy>Yohei Maeda6</cp:lastModifiedBy>
  <cp:revision>9</cp:revision>
  <dcterms:created xsi:type="dcterms:W3CDTF">2022-07-21T13:46:36Z</dcterms:created>
  <dcterms:modified xsi:type="dcterms:W3CDTF">2026-07-06T07:34:25Z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